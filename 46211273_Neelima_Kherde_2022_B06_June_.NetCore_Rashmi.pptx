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vml" ContentType="application/vnd.openxmlformats-officedocument.vmlDrawing"/>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 id="2147483665" r:id="rId5"/>
  </p:sldMasterIdLst>
  <p:notesMasterIdLst>
    <p:notesMasterId r:id="rId7"/>
  </p:notesMasterIdLst>
  <p:handoutMasterIdLst>
    <p:handoutMasterId r:id="rId8"/>
  </p:handoutMasterIdLst>
  <p:sldIdLst>
    <p:sldId id="1989" r:id="rId6"/>
  </p:sldIdLst>
  <p:sldSz cx="12192000" cy="6858000"/>
  <p:notesSz cx="6858000" cy="9144000"/>
  <p:custDataLst>
    <p:tags r:id="rId9"/>
  </p:custDataLst>
  <p:defaultTex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apgemini Masters" id="{4E249A1C-D928-4AC0-A77C-65440B7A141B}">
          <p14:sldIdLst>
            <p14:sldId id="1989"/>
          </p14:sldIdLst>
        </p14:section>
      </p14:sectionLst>
    </p:ext>
    <p:ext uri="{EFAFB233-063F-42B5-8137-9DF3F51BA10A}">
      <p15:sldGuideLst xmlns:p15="http://schemas.microsoft.com/office/powerpoint/2012/main">
        <p15:guide id="1" orient="horz" pos="2341">
          <p15:clr>
            <a:srgbClr val="A4A3A4"/>
          </p15:clr>
        </p15:guide>
        <p15:guide id="2" pos="3659">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1F497D"/>
    <a:srgbClr val="0B79AA"/>
    <a:srgbClr val="CAD1A1"/>
    <a:srgbClr val="4BACC6"/>
    <a:srgbClr val="AABED2"/>
    <a:srgbClr val="0070AD"/>
    <a:srgbClr val="FF7E83"/>
    <a:srgbClr val="2B0A3D"/>
    <a:srgbClr val="00C37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A1CE56C-46D8-6A9F-8B4C-C365C40045F6}" v="20" dt="2022-06-15T04:18:42.545"/>
    <p1510:client id="{C524BEED-1606-4B5C-606A-B2B78DEF708A}" v="87" dt="2022-06-10T05:42:28.588"/>
  </p1510:revLst>
</p1510:revInfo>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E3FDE45-AF77-4B5C-9715-49D594BDF05E}" styleName="浅色样式 1 - 强调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341"/>
        <p:guide pos="3659"/>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notesMaster" Target="notesMasters/notesMaster1.xml"/><Relationship Id="rId12" Type="http://schemas.openxmlformats.org/officeDocument/2006/relationships/theme" Target="theme/theme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viewProps" Target="viewProps.xml"/><Relationship Id="rId5" Type="http://schemas.openxmlformats.org/officeDocument/2006/relationships/slideMaster" Target="slideMasters/slideMaster2.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tags" Target="tags/tag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 Neelima" userId="S::neelima.a.neelima@capgemini.com::e734e7e6-cd45-4403-9aec-5037a304cbb3" providerId="AD" clId="Web-{C524BEED-1606-4B5C-606A-B2B78DEF708A}"/>
    <pc:docChg chg="modSld">
      <pc:chgData name="., Neelima" userId="S::neelima.a.neelima@capgemini.com::e734e7e6-cd45-4403-9aec-5037a304cbb3" providerId="AD" clId="Web-{C524BEED-1606-4B5C-606A-B2B78DEF708A}" dt="2022-06-10T05:41:51.087" v="81"/>
      <pc:docMkLst>
        <pc:docMk/>
      </pc:docMkLst>
      <pc:sldChg chg="delSp modSp">
        <pc:chgData name="., Neelima" userId="S::neelima.a.neelima@capgemini.com::e734e7e6-cd45-4403-9aec-5037a304cbb3" providerId="AD" clId="Web-{C524BEED-1606-4B5C-606A-B2B78DEF708A}" dt="2022-06-10T05:41:51.087" v="81"/>
        <pc:sldMkLst>
          <pc:docMk/>
          <pc:sldMk cId="0" sldId="1989"/>
        </pc:sldMkLst>
        <pc:spChg chg="mod">
          <ac:chgData name="., Neelima" userId="S::neelima.a.neelima@capgemini.com::e734e7e6-cd45-4403-9aec-5037a304cbb3" providerId="AD" clId="Web-{C524BEED-1606-4B5C-606A-B2B78DEF708A}" dt="2022-06-10T05:36:32.626" v="1" actId="20577"/>
          <ac:spMkLst>
            <pc:docMk/>
            <pc:sldMk cId="0" sldId="1989"/>
            <ac:spMk id="7170" creationId="{00000000-0000-0000-0000-000000000000}"/>
          </ac:spMkLst>
        </pc:spChg>
        <pc:spChg chg="del">
          <ac:chgData name="., Neelima" userId="S::neelima.a.neelima@capgemini.com::e734e7e6-cd45-4403-9aec-5037a304cbb3" providerId="AD" clId="Web-{C524BEED-1606-4B5C-606A-B2B78DEF708A}" dt="2022-06-10T05:36:36.548" v="2"/>
          <ac:spMkLst>
            <pc:docMk/>
            <pc:sldMk cId="0" sldId="1989"/>
            <ac:spMk id="7180" creationId="{00000000-0000-0000-0000-000000000000}"/>
          </ac:spMkLst>
        </pc:spChg>
        <pc:graphicFrameChg chg="mod modGraphic">
          <ac:chgData name="., Neelima" userId="S::neelima.a.neelima@capgemini.com::e734e7e6-cd45-4403-9aec-5037a304cbb3" providerId="AD" clId="Web-{C524BEED-1606-4B5C-606A-B2B78DEF708A}" dt="2022-06-10T05:41:51.087" v="81"/>
          <ac:graphicFrameMkLst>
            <pc:docMk/>
            <pc:sldMk cId="0" sldId="1989"/>
            <ac:graphicFrameMk id="2" creationId="{00000000-0000-0000-0000-000000000000}"/>
          </ac:graphicFrameMkLst>
        </pc:graphicFrameChg>
        <pc:picChg chg="mod">
          <ac:chgData name="., Neelima" userId="S::neelima.a.neelima@capgemini.com::e734e7e6-cd45-4403-9aec-5037a304cbb3" providerId="AD" clId="Web-{C524BEED-1606-4B5C-606A-B2B78DEF708A}" dt="2022-06-10T05:36:45.001" v="3" actId="1076"/>
          <ac:picMkLst>
            <pc:docMk/>
            <pc:sldMk cId="0" sldId="1989"/>
            <ac:picMk id="7179" creationId="{00000000-0000-0000-0000-000000000000}"/>
          </ac:picMkLst>
        </pc:picChg>
      </pc:sldChg>
    </pc:docChg>
  </pc:docChgLst>
  <pc:docChgLst>
    <pc:chgData name="., Neelima" userId="S::neelima.a.neelima@capgemini.com::e734e7e6-cd45-4403-9aec-5037a304cbb3" providerId="AD" clId="Web-{AA1CE56C-46D8-6A9F-8B4C-C365C40045F6}"/>
    <pc:docChg chg="modSld">
      <pc:chgData name="., Neelima" userId="S::neelima.a.neelima@capgemini.com::e734e7e6-cd45-4403-9aec-5037a304cbb3" providerId="AD" clId="Web-{AA1CE56C-46D8-6A9F-8B4C-C365C40045F6}" dt="2022-06-15T04:18:42.545" v="19" actId="20577"/>
      <pc:docMkLst>
        <pc:docMk/>
      </pc:docMkLst>
      <pc:sldChg chg="modSp">
        <pc:chgData name="., Neelima" userId="S::neelima.a.neelima@capgemini.com::e734e7e6-cd45-4403-9aec-5037a304cbb3" providerId="AD" clId="Web-{AA1CE56C-46D8-6A9F-8B4C-C365C40045F6}" dt="2022-06-15T04:18:42.545" v="19" actId="20577"/>
        <pc:sldMkLst>
          <pc:docMk/>
          <pc:sldMk cId="0" sldId="1989"/>
        </pc:sldMkLst>
        <pc:spChg chg="mod">
          <ac:chgData name="., Neelima" userId="S::neelima.a.neelima@capgemini.com::e734e7e6-cd45-4403-9aec-5037a304cbb3" providerId="AD" clId="Web-{AA1CE56C-46D8-6A9F-8B4C-C365C40045F6}" dt="2022-06-15T04:18:42.545" v="19" actId="20577"/>
          <ac:spMkLst>
            <pc:docMk/>
            <pc:sldMk cId="0" sldId="1989"/>
            <ac:spMk id="7170" creationId="{00000000-0000-0000-0000-000000000000}"/>
          </ac:spMkLst>
        </pc:spChg>
      </pc:sldChg>
    </pc:docChg>
  </pc:docChgLst>
</pc:chgInfo>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2.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PT" sz="90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6C988DC-9DE3-4390-97AB-D61B85DACE57}" type="datetimeFigureOut">
              <a:rPr lang="pt-PT" sz="900" smtClean="0"/>
              <a:pPr/>
              <a:t>14/06/2022</a:t>
            </a:fld>
            <a:endParaRPr lang="pt-PT" sz="90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pt-PT" sz="90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F190BF9-40D8-49B5-87EF-599BB2C7EE93}" type="slidenum">
              <a:rPr lang="pt-PT" sz="900" smtClean="0"/>
              <a:pPr/>
              <a:t>‹#›</a:t>
            </a:fld>
            <a:endParaRPr lang="pt-PT" sz="90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ção do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900"/>
            </a:lvl1pPr>
          </a:lstStyle>
          <a:p>
            <a:endParaRPr lang="pt-BR"/>
          </a:p>
        </p:txBody>
      </p:sp>
      <p:sp>
        <p:nvSpPr>
          <p:cNvPr id="3" name="Marcador de Posição d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900"/>
            </a:lvl1pPr>
          </a:lstStyle>
          <a:p>
            <a:fld id="{0835B8F7-DAC4-4931-8AED-4356A8B2FD64}" type="datetimeFigureOut">
              <a:rPr lang="pt-BR" smtClean="0"/>
              <a:pPr/>
              <a:t>14/06/2022</a:t>
            </a:fld>
            <a:endParaRPr lang="pt-BR"/>
          </a:p>
        </p:txBody>
      </p:sp>
      <p:sp>
        <p:nvSpPr>
          <p:cNvPr id="4" name="Marcador de Posição da Imagem do Diapositivo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Marcador de Posição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PT"/>
              <a:t>Insert comments</a:t>
            </a:r>
            <a:endParaRPr lang="pt-BR"/>
          </a:p>
        </p:txBody>
      </p:sp>
      <p:sp>
        <p:nvSpPr>
          <p:cNvPr id="6" name="Marcador de Posição do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900"/>
            </a:lvl1pPr>
          </a:lstStyle>
          <a:p>
            <a:endParaRPr lang="pt-BR"/>
          </a:p>
        </p:txBody>
      </p:sp>
      <p:sp>
        <p:nvSpPr>
          <p:cNvPr id="7" name="Marcador de Posição do Número do Diapositivo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900"/>
            </a:lvl1pPr>
          </a:lstStyle>
          <a:p>
            <a:fld id="{C0696B5C-12A0-4042-B4D0-BD3B9A4F58C6}" type="slidenum">
              <a:rPr lang="pt-BR" smtClean="0"/>
              <a:pPr/>
              <a:t>‹#›</a:t>
            </a:fld>
            <a:endParaRPr lang="pt-B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819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nl-NL" altLang="nl-NL"/>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9.xml"/><Relationship Id="rId7" Type="http://schemas.openxmlformats.org/officeDocument/2006/relationships/image" Target="../media/image1.emf"/><Relationship Id="rId2" Type="http://schemas.openxmlformats.org/officeDocument/2006/relationships/tags" Target="../tags/tag8.xml"/><Relationship Id="rId1" Type="http://schemas.openxmlformats.org/officeDocument/2006/relationships/vmlDrawing" Target="../drawings/vmlDrawing2.vml"/><Relationship Id="rId6" Type="http://schemas.openxmlformats.org/officeDocument/2006/relationships/oleObject" Target="../embeddings/oleObject2.bin"/><Relationship Id="rId5" Type="http://schemas.openxmlformats.org/officeDocument/2006/relationships/slideMaster" Target="../slideMasters/slideMaster1.xml"/><Relationship Id="rId4" Type="http://schemas.openxmlformats.org/officeDocument/2006/relationships/tags" Target="../tags/tag10.xml"/></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tags" Target="../tags/tag12.xml"/><Relationship Id="rId7" Type="http://schemas.openxmlformats.org/officeDocument/2006/relationships/oleObject" Target="../embeddings/oleObject3.bin"/><Relationship Id="rId2" Type="http://schemas.openxmlformats.org/officeDocument/2006/relationships/tags" Target="../tags/tag11.xml"/><Relationship Id="rId1" Type="http://schemas.openxmlformats.org/officeDocument/2006/relationships/vmlDrawing" Target="../drawings/vmlDrawing3.vml"/><Relationship Id="rId6" Type="http://schemas.openxmlformats.org/officeDocument/2006/relationships/slideMaster" Target="../slideMasters/slideMaster1.xml"/><Relationship Id="rId5" Type="http://schemas.openxmlformats.org/officeDocument/2006/relationships/tags" Target="../tags/tag14.xml"/><Relationship Id="rId4" Type="http://schemas.openxmlformats.org/officeDocument/2006/relationships/tags" Target="../tags/tag13.xml"/></Relationships>
</file>

<file path=ppt/slideLayouts/_rels/slideLayout3.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tags" Target="../tags/tag16.xml"/><Relationship Id="rId7" Type="http://schemas.openxmlformats.org/officeDocument/2006/relationships/oleObject" Target="../embeddings/oleObject4.bin"/><Relationship Id="rId2" Type="http://schemas.openxmlformats.org/officeDocument/2006/relationships/tags" Target="../tags/tag15.xml"/><Relationship Id="rId1" Type="http://schemas.openxmlformats.org/officeDocument/2006/relationships/vmlDrawing" Target="../drawings/vmlDrawing4.vml"/><Relationship Id="rId6" Type="http://schemas.openxmlformats.org/officeDocument/2006/relationships/slideMaster" Target="../slideMasters/slideMaster1.xml"/><Relationship Id="rId5" Type="http://schemas.openxmlformats.org/officeDocument/2006/relationships/tags" Target="../tags/tag18.xml"/><Relationship Id="rId4" Type="http://schemas.openxmlformats.org/officeDocument/2006/relationships/tags" Target="../tags/tag17.xml"/></Relationships>
</file>

<file path=ppt/slideLayouts/_rels/slideLayout4.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20.xml"/><Relationship Id="rId7" Type="http://schemas.openxmlformats.org/officeDocument/2006/relationships/tags" Target="../tags/tag24.xml"/><Relationship Id="rId2" Type="http://schemas.openxmlformats.org/officeDocument/2006/relationships/tags" Target="../tags/tag19.xml"/><Relationship Id="rId1" Type="http://schemas.openxmlformats.org/officeDocument/2006/relationships/vmlDrawing" Target="../drawings/vmlDrawing5.vml"/><Relationship Id="rId6" Type="http://schemas.openxmlformats.org/officeDocument/2006/relationships/tags" Target="../tags/tag23.xml"/><Relationship Id="rId5" Type="http://schemas.openxmlformats.org/officeDocument/2006/relationships/tags" Target="../tags/tag22.xml"/><Relationship Id="rId10" Type="http://schemas.openxmlformats.org/officeDocument/2006/relationships/image" Target="../media/image1.emf"/><Relationship Id="rId4" Type="http://schemas.openxmlformats.org/officeDocument/2006/relationships/tags" Target="../tags/tag21.xml"/><Relationship Id="rId9" Type="http://schemas.openxmlformats.org/officeDocument/2006/relationships/oleObject" Target="../embeddings/oleObject5.bin"/></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26.xml"/><Relationship Id="rId2" Type="http://schemas.openxmlformats.org/officeDocument/2006/relationships/tags" Target="../tags/tag25.xml"/><Relationship Id="rId1" Type="http://schemas.openxmlformats.org/officeDocument/2006/relationships/vmlDrawing" Target="../drawings/vmlDrawing6.vml"/><Relationship Id="rId6" Type="http://schemas.openxmlformats.org/officeDocument/2006/relationships/image" Target="../media/image1.emf"/><Relationship Id="rId5" Type="http://schemas.openxmlformats.org/officeDocument/2006/relationships/oleObject" Target="../embeddings/oleObject6.bin"/><Relationship Id="rId4"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7.xml"/><Relationship Id="rId1" Type="http://schemas.openxmlformats.org/officeDocument/2006/relationships/vmlDrawing" Target="../drawings/vmlDrawing7.vml"/><Relationship Id="rId5" Type="http://schemas.openxmlformats.org/officeDocument/2006/relationships/image" Target="../media/image1.emf"/><Relationship Id="rId4" Type="http://schemas.openxmlformats.org/officeDocument/2006/relationships/oleObject" Target="../embeddings/oleObject7.bin"/></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8.xml"/><Relationship Id="rId1" Type="http://schemas.openxmlformats.org/officeDocument/2006/relationships/vmlDrawing" Target="../drawings/vmlDrawing8.vml"/><Relationship Id="rId5" Type="http://schemas.openxmlformats.org/officeDocument/2006/relationships/image" Target="../media/image2.emf"/><Relationship Id="rId4" Type="http://schemas.openxmlformats.org/officeDocument/2006/relationships/oleObject" Target="../embeddings/oleObject8.bin"/></Relationships>
</file>

<file path=ppt/slideLayouts/_rels/slideLayout1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9.xml"/><Relationship Id="rId1" Type="http://schemas.openxmlformats.org/officeDocument/2006/relationships/vmlDrawing" Target="../drawings/vmlDrawing9.vml"/><Relationship Id="rId5" Type="http://schemas.openxmlformats.org/officeDocument/2006/relationships/image" Target="../media/image2.emf"/><Relationship Id="rId4" Type="http://schemas.openxmlformats.org/officeDocument/2006/relationships/oleObject" Target="../embeddings/oleObject9.bin"/></Relationships>
</file>

<file path=ppt/slideLayouts/_rels/slideLayout15.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0.xml"/><Relationship Id="rId1" Type="http://schemas.openxmlformats.org/officeDocument/2006/relationships/vmlDrawing" Target="../drawings/vmlDrawing10.vml"/><Relationship Id="rId5" Type="http://schemas.openxmlformats.org/officeDocument/2006/relationships/image" Target="../media/image2.emf"/><Relationship Id="rId4" Type="http://schemas.openxmlformats.org/officeDocument/2006/relationships/oleObject" Target="../embeddings/oleObject10.bin"/></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2.xml"/><Relationship Id="rId1" Type="http://schemas.openxmlformats.org/officeDocument/2006/relationships/vmlDrawing" Target="../drawings/vmlDrawing12.vml"/><Relationship Id="rId5" Type="http://schemas.openxmlformats.org/officeDocument/2006/relationships/image" Target="../media/image2.emf"/><Relationship Id="rId4" Type="http://schemas.openxmlformats.org/officeDocument/2006/relationships/oleObject" Target="../embeddings/oleObject12.bin"/></Relationships>
</file>

<file path=ppt/slideLayouts/_rels/slideLayout2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3.xml"/><Relationship Id="rId1" Type="http://schemas.openxmlformats.org/officeDocument/2006/relationships/vmlDrawing" Target="../drawings/vmlDrawing13.vml"/><Relationship Id="rId5" Type="http://schemas.openxmlformats.org/officeDocument/2006/relationships/image" Target="../media/image2.emf"/><Relationship Id="rId4" Type="http://schemas.openxmlformats.org/officeDocument/2006/relationships/oleObject" Target="../embeddings/oleObject13.bin"/></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hyperlink" Target="https://www.capgemini.com/insights-data" TargetMode="External"/><Relationship Id="rId3" Type="http://schemas.openxmlformats.org/officeDocument/2006/relationships/image" Target="../media/image5.png"/><Relationship Id="rId7" Type="http://schemas.openxmlformats.org/officeDocument/2006/relationships/image" Target="../media/image7.png"/><Relationship Id="rId12" Type="http://schemas.openxmlformats.org/officeDocument/2006/relationships/image" Target="../media/image10.png"/><Relationship Id="rId2" Type="http://schemas.openxmlformats.org/officeDocument/2006/relationships/hyperlink" Target="http://www.linkedin.com/company/capgemini" TargetMode="External"/><Relationship Id="rId1" Type="http://schemas.openxmlformats.org/officeDocument/2006/relationships/slideMaster" Target="../slideMasters/slideMaster2.xml"/><Relationship Id="rId6" Type="http://schemas.openxmlformats.org/officeDocument/2006/relationships/hyperlink" Target="http://www.twitter.com/capgemini" TargetMode="External"/><Relationship Id="rId11" Type="http://schemas.openxmlformats.org/officeDocument/2006/relationships/image" Target="../media/image9.png"/><Relationship Id="rId5" Type="http://schemas.openxmlformats.org/officeDocument/2006/relationships/image" Target="../media/image6.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8.png"/></Relationships>
</file>

<file path=ppt/slideLayouts/_rels/slideLayout2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4.xml"/><Relationship Id="rId1" Type="http://schemas.openxmlformats.org/officeDocument/2006/relationships/vmlDrawing" Target="../drawings/vmlDrawing14.vml"/><Relationship Id="rId5" Type="http://schemas.openxmlformats.org/officeDocument/2006/relationships/image" Target="../media/image2.emf"/><Relationship Id="rId4" Type="http://schemas.openxmlformats.org/officeDocument/2006/relationships/oleObject" Target="../embeddings/oleObject14.bin"/></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2.xml"/><Relationship Id="rId4" Type="http://schemas.openxmlformats.org/officeDocument/2006/relationships/image" Target="../media/image1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Content Mast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nvPr>
        </p:nvGraphicFramePr>
        <p:xfrm>
          <a:off x="7" y="11"/>
          <a:ext cx="180998" cy="143985"/>
        </p:xfrm>
        <a:graphic>
          <a:graphicData uri="http://schemas.openxmlformats.org/presentationml/2006/ole">
            <mc:AlternateContent xmlns:mc="http://schemas.openxmlformats.org/markup-compatibility/2006">
              <mc:Choice xmlns:v="urn:schemas-microsoft-com:vml" Requires="v">
                <p:oleObj spid="_x0000_s2057" name="think-cell Slide" r:id="rId6" imgW="360" imgH="360" progId="">
                  <p:embed/>
                </p:oleObj>
              </mc:Choice>
              <mc:Fallback>
                <p:oleObj name="think-cell Slide" r:id="rId6" imgW="360" imgH="360" progId="">
                  <p:embed/>
                  <p:pic>
                    <p:nvPicPr>
                      <p:cNvPr id="0" name="Picture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 y="11"/>
                        <a:ext cx="180998"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custDataLst>
              <p:tags r:id="rId3"/>
            </p:custDataLst>
          </p:nvPr>
        </p:nvSpPr>
        <p:spPr/>
        <p:txBody>
          <a:bodyPr/>
          <a:lstStyle>
            <a:lvl1pPr>
              <a:defRPr/>
            </a:lvl1pPr>
          </a:lstStyle>
          <a:p>
            <a:r>
              <a:rPr lang="en-US" noProof="0"/>
              <a:t>Click to edit Master title style</a:t>
            </a:r>
            <a:endParaRPr lang="en-US"/>
          </a:p>
        </p:txBody>
      </p:sp>
      <p:sp>
        <p:nvSpPr>
          <p:cNvPr id="3" name="Content Placeholder 2"/>
          <p:cNvSpPr>
            <a:spLocks noGrp="1"/>
          </p:cNvSpPr>
          <p:nvPr>
            <p:ph idx="1" hasCustomPrompt="1"/>
            <p:custDataLst>
              <p:tags r:id="rId4"/>
            </p:custDataLst>
          </p:nvPr>
        </p:nvSpPr>
        <p:spPr>
          <a:xfrm>
            <a:off x="398021" y="1494771"/>
            <a:ext cx="11793979" cy="4643751"/>
          </a:xfrm>
        </p:spPr>
        <p:txBody>
          <a:bodyPr/>
          <a:lstStyle>
            <a:lvl1pPr>
              <a:defRPr b="0"/>
            </a:lvl1pPr>
            <a:lvl5pPr>
              <a:buNone/>
              <a:defRPr/>
            </a:lvl5pPr>
          </a:lstStyle>
          <a:p>
            <a:pPr lvl="0"/>
            <a:r>
              <a:rPr lang="en-US" noProof="0"/>
              <a:t>Click to edit Master text style</a:t>
            </a:r>
          </a:p>
          <a:p>
            <a:pPr lvl="1"/>
            <a:r>
              <a:rPr lang="en-US" noProof="0"/>
              <a:t>Text style level 2</a:t>
            </a:r>
          </a:p>
          <a:p>
            <a:pPr lvl="2"/>
            <a:r>
              <a:rPr lang="en-US" noProof="0"/>
              <a:t>Text style level 3</a:t>
            </a:r>
          </a:p>
          <a:p>
            <a:pPr lvl="3"/>
            <a:r>
              <a:rPr lang="en-US" noProof="0"/>
              <a:t>Text style level 4</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1_Content &amp; Headin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nvPr>
        </p:nvGraphicFramePr>
        <p:xfrm>
          <a:off x="7" y="11"/>
          <a:ext cx="180998" cy="143985"/>
        </p:xfrm>
        <a:graphic>
          <a:graphicData uri="http://schemas.openxmlformats.org/presentationml/2006/ole">
            <mc:AlternateContent xmlns:mc="http://schemas.openxmlformats.org/markup-compatibility/2006">
              <mc:Choice xmlns:v="urn:schemas-microsoft-com:vml" Requires="v">
                <p:oleObj spid="_x0000_s3081" name="think-cell Slide" r:id="rId7" imgW="360" imgH="360" progId="">
                  <p:embed/>
                </p:oleObj>
              </mc:Choice>
              <mc:Fallback>
                <p:oleObj name="think-cell Slide" r:id="rId7" imgW="360" imgH="360" progId="">
                  <p:embed/>
                  <p:pic>
                    <p:nvPicPr>
                      <p:cNvPr id="0" name="Picture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 y="11"/>
                        <a:ext cx="180998"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custDataLst>
              <p:tags r:id="rId3"/>
            </p:custDataLst>
          </p:nvPr>
        </p:nvSpPr>
        <p:spPr/>
        <p:txBody>
          <a:bodyPr/>
          <a:lstStyle>
            <a:lvl1pPr>
              <a:defRPr/>
            </a:lvl1pPr>
          </a:lstStyle>
          <a:p>
            <a:r>
              <a:rPr lang="en-US" noProof="0"/>
              <a:t>Click to edit Master title style</a:t>
            </a:r>
            <a:endParaRPr lang="en-US"/>
          </a:p>
        </p:txBody>
      </p:sp>
      <p:sp>
        <p:nvSpPr>
          <p:cNvPr id="3" name="Content Placeholder 2"/>
          <p:cNvSpPr>
            <a:spLocks noGrp="1"/>
          </p:cNvSpPr>
          <p:nvPr>
            <p:ph idx="1" hasCustomPrompt="1"/>
            <p:custDataLst>
              <p:tags r:id="rId4"/>
            </p:custDataLst>
          </p:nvPr>
        </p:nvSpPr>
        <p:spPr>
          <a:xfrm>
            <a:off x="398021" y="2111956"/>
            <a:ext cx="11793979" cy="4026560"/>
          </a:xfrm>
        </p:spPr>
        <p:txBody>
          <a:bodyPr/>
          <a:lstStyle>
            <a:lvl1pPr>
              <a:defRPr b="0"/>
            </a:lvl1pPr>
          </a:lstStyle>
          <a:p>
            <a:pPr lvl="0"/>
            <a:r>
              <a:rPr lang="en-US" noProof="0"/>
              <a:t>Click to edit Master text style</a:t>
            </a:r>
          </a:p>
          <a:p>
            <a:pPr lvl="1"/>
            <a:r>
              <a:rPr lang="en-US" noProof="0"/>
              <a:t>Text style level 2</a:t>
            </a:r>
          </a:p>
          <a:p>
            <a:pPr lvl="2"/>
            <a:r>
              <a:rPr lang="en-US" noProof="0"/>
              <a:t>Text style level 3</a:t>
            </a:r>
          </a:p>
          <a:p>
            <a:pPr lvl="3"/>
            <a:r>
              <a:rPr lang="en-US" noProof="0"/>
              <a:t>Text style level 4</a:t>
            </a:r>
          </a:p>
        </p:txBody>
      </p:sp>
      <p:sp>
        <p:nvSpPr>
          <p:cNvPr id="8" name="Espace réservé du texte 7"/>
          <p:cNvSpPr>
            <a:spLocks noGrp="1"/>
          </p:cNvSpPr>
          <p:nvPr>
            <p:ph type="body" sz="quarter" idx="11" hasCustomPrompt="1"/>
            <p:custDataLst>
              <p:tags r:id="rId5"/>
            </p:custDataLst>
          </p:nvPr>
        </p:nvSpPr>
        <p:spPr>
          <a:xfrm>
            <a:off x="398144" y="1495447"/>
            <a:ext cx="11813714" cy="643612"/>
          </a:xfrm>
        </p:spPr>
        <p:txBody>
          <a:bodyPr/>
          <a:lstStyle>
            <a:lvl1pPr marL="0" indent="0">
              <a:buNone/>
              <a:defRPr b="1">
                <a:solidFill>
                  <a:schemeClr val="accent2"/>
                </a:solidFill>
              </a:defRPr>
            </a:lvl1pPr>
          </a:lstStyle>
          <a:p>
            <a:pPr lvl="0"/>
            <a:r>
              <a:rPr lang="fr-FR"/>
              <a:t>Click to </a:t>
            </a:r>
            <a:r>
              <a:rPr lang="fr-FR" err="1"/>
              <a:t>edit</a:t>
            </a:r>
            <a:r>
              <a:rPr lang="fr-FR"/>
              <a:t> Master </a:t>
            </a:r>
            <a:r>
              <a:rPr lang="fr-FR" err="1"/>
              <a:t>text</a:t>
            </a:r>
            <a:r>
              <a:rPr lang="fr-FR"/>
              <a:t> style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2 Contents">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0" y="0"/>
          <a:ext cx="195385" cy="158750"/>
        </p:xfrm>
        <a:graphic>
          <a:graphicData uri="http://schemas.openxmlformats.org/presentationml/2006/ole">
            <mc:AlternateContent xmlns:mc="http://schemas.openxmlformats.org/markup-compatibility/2006">
              <mc:Choice xmlns:v="urn:schemas-microsoft-com:vml" Requires="v">
                <p:oleObj spid="_x0000_s4105" name="think-cell Slide" r:id="rId7" imgW="360" imgH="360" progId="">
                  <p:embed/>
                </p:oleObj>
              </mc:Choice>
              <mc:Fallback>
                <p:oleObj name="think-cell Slide" r:id="rId7" imgW="360" imgH="360" progId="">
                  <p:embed/>
                  <p:pic>
                    <p:nvPicPr>
                      <p:cNvPr id="0" name="Picture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0"/>
                        <a:ext cx="195385"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re 1"/>
          <p:cNvSpPr>
            <a:spLocks noGrp="1"/>
          </p:cNvSpPr>
          <p:nvPr>
            <p:ph type="title"/>
            <p:custDataLst>
              <p:tags r:id="rId3"/>
            </p:custDataLst>
          </p:nvPr>
        </p:nvSpPr>
        <p:spPr/>
        <p:txBody>
          <a:bodyPr/>
          <a:lstStyle>
            <a:lvl1pPr>
              <a:defRPr/>
            </a:lvl1pPr>
          </a:lstStyle>
          <a:p>
            <a:pPr lvl="0"/>
            <a:r>
              <a:rPr lang="en-US" noProof="0"/>
              <a:t>Click to edit Master title style</a:t>
            </a:r>
          </a:p>
        </p:txBody>
      </p:sp>
      <p:sp>
        <p:nvSpPr>
          <p:cNvPr id="4" name="Espace réservé du contenu 3"/>
          <p:cNvSpPr>
            <a:spLocks noGrp="1"/>
          </p:cNvSpPr>
          <p:nvPr>
            <p:ph sz="quarter" idx="10" hasCustomPrompt="1"/>
            <p:custDataLst>
              <p:tags r:id="rId4"/>
            </p:custDataLst>
          </p:nvPr>
        </p:nvSpPr>
        <p:spPr>
          <a:xfrm>
            <a:off x="387334" y="1533439"/>
            <a:ext cx="5541093" cy="4715504"/>
          </a:xfrm>
        </p:spPr>
        <p:txBody>
          <a:bodyPr/>
          <a:lstStyle>
            <a:lvl1pPr>
              <a:defRPr sz="2000"/>
            </a:lvl1pPr>
          </a:lstStyle>
          <a:p>
            <a:pPr lvl="0"/>
            <a:r>
              <a:rPr lang="en-US" noProof="0"/>
              <a:t>Click to edit Master text style</a:t>
            </a:r>
          </a:p>
          <a:p>
            <a:pPr lvl="1"/>
            <a:r>
              <a:rPr lang="en-US" noProof="0"/>
              <a:t>Text style level 2</a:t>
            </a:r>
          </a:p>
          <a:p>
            <a:pPr lvl="2"/>
            <a:r>
              <a:rPr lang="en-US" noProof="0"/>
              <a:t>Text style level 3</a:t>
            </a:r>
          </a:p>
          <a:p>
            <a:pPr lvl="3"/>
            <a:r>
              <a:rPr lang="en-US" noProof="0"/>
              <a:t>Text style level 4</a:t>
            </a:r>
          </a:p>
        </p:txBody>
      </p:sp>
      <p:sp>
        <p:nvSpPr>
          <p:cNvPr id="6" name="Espace réservé du contenu 5"/>
          <p:cNvSpPr>
            <a:spLocks noGrp="1"/>
          </p:cNvSpPr>
          <p:nvPr>
            <p:ph sz="quarter" idx="11" hasCustomPrompt="1"/>
            <p:custDataLst>
              <p:tags r:id="rId5"/>
            </p:custDataLst>
          </p:nvPr>
        </p:nvSpPr>
        <p:spPr>
          <a:xfrm>
            <a:off x="6181954" y="1533440"/>
            <a:ext cx="5541093" cy="4725584"/>
          </a:xfrm>
        </p:spPr>
        <p:txBody>
          <a:bodyPr/>
          <a:lstStyle>
            <a:lvl1pPr>
              <a:defRPr sz="2000"/>
            </a:lvl1pPr>
          </a:lstStyle>
          <a:p>
            <a:pPr lvl="0"/>
            <a:r>
              <a:rPr lang="en-US" noProof="0"/>
              <a:t>Click to edit Master text style</a:t>
            </a:r>
          </a:p>
          <a:p>
            <a:pPr lvl="1"/>
            <a:r>
              <a:rPr lang="en-US" noProof="0"/>
              <a:t>Text style level 2</a:t>
            </a:r>
          </a:p>
          <a:p>
            <a:pPr lvl="2"/>
            <a:r>
              <a:rPr lang="en-US" noProof="0"/>
              <a:t>Text style level 3</a:t>
            </a:r>
          </a:p>
          <a:p>
            <a:pPr lvl="3"/>
            <a:r>
              <a:rPr lang="en-US" noProof="0"/>
              <a:t>Text style level 4</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2 Contents &amp; Headings">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2"/>
            </p:custDataLst>
          </p:nvPr>
        </p:nvGraphicFramePr>
        <p:xfrm>
          <a:off x="0" y="0"/>
          <a:ext cx="195385" cy="158750"/>
        </p:xfrm>
        <a:graphic>
          <a:graphicData uri="http://schemas.openxmlformats.org/presentationml/2006/ole">
            <mc:AlternateContent xmlns:mc="http://schemas.openxmlformats.org/markup-compatibility/2006">
              <mc:Choice xmlns:v="urn:schemas-microsoft-com:vml" Requires="v">
                <p:oleObj spid="_x0000_s5129" name="think-cell Slide" r:id="rId9" imgW="360" imgH="360" progId="">
                  <p:embed/>
                </p:oleObj>
              </mc:Choice>
              <mc:Fallback>
                <p:oleObj name="think-cell Slide" r:id="rId9" imgW="360" imgH="360" progId="">
                  <p:embed/>
                  <p:pic>
                    <p:nvPicPr>
                      <p:cNvPr id="0" name="Picture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0" y="0"/>
                        <a:ext cx="195385"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re 1"/>
          <p:cNvSpPr>
            <a:spLocks noGrp="1"/>
          </p:cNvSpPr>
          <p:nvPr>
            <p:ph type="title"/>
            <p:custDataLst>
              <p:tags r:id="rId3"/>
            </p:custDataLst>
          </p:nvPr>
        </p:nvSpPr>
        <p:spPr/>
        <p:txBody>
          <a:bodyPr/>
          <a:lstStyle>
            <a:lvl1pPr>
              <a:defRPr/>
            </a:lvl1pPr>
          </a:lstStyle>
          <a:p>
            <a:pPr lvl="0"/>
            <a:r>
              <a:rPr lang="en-US" noProof="0"/>
              <a:t>Click to edit Master title style</a:t>
            </a:r>
          </a:p>
        </p:txBody>
      </p:sp>
      <p:sp>
        <p:nvSpPr>
          <p:cNvPr id="4" name="Espace réservé du contenu 3"/>
          <p:cNvSpPr>
            <a:spLocks noGrp="1"/>
          </p:cNvSpPr>
          <p:nvPr>
            <p:ph sz="quarter" idx="10" hasCustomPrompt="1"/>
            <p:custDataLst>
              <p:tags r:id="rId4"/>
            </p:custDataLst>
          </p:nvPr>
        </p:nvSpPr>
        <p:spPr>
          <a:xfrm>
            <a:off x="387334" y="2206953"/>
            <a:ext cx="5541093" cy="4041990"/>
          </a:xfrm>
        </p:spPr>
        <p:txBody>
          <a:bodyPr/>
          <a:lstStyle>
            <a:lvl1pPr>
              <a:defRPr sz="1800"/>
            </a:lvl1pPr>
            <a:lvl2pPr>
              <a:defRPr sz="1600"/>
            </a:lvl2pPr>
            <a:lvl3pPr>
              <a:defRPr sz="1400"/>
            </a:lvl3pPr>
            <a:lvl4pPr>
              <a:defRPr sz="1200"/>
            </a:lvl4pPr>
          </a:lstStyle>
          <a:p>
            <a:pPr lvl="0"/>
            <a:r>
              <a:rPr lang="en-US" noProof="0"/>
              <a:t>Click to edit Master text style</a:t>
            </a:r>
          </a:p>
          <a:p>
            <a:pPr lvl="1"/>
            <a:r>
              <a:rPr lang="en-US" noProof="0"/>
              <a:t>Text style level 2</a:t>
            </a:r>
          </a:p>
          <a:p>
            <a:pPr lvl="2"/>
            <a:r>
              <a:rPr lang="en-US" noProof="0"/>
              <a:t>Text style level 3</a:t>
            </a:r>
          </a:p>
          <a:p>
            <a:pPr lvl="3"/>
            <a:r>
              <a:rPr lang="en-US" noProof="0"/>
              <a:t>Text style level 4</a:t>
            </a:r>
          </a:p>
        </p:txBody>
      </p:sp>
      <p:sp>
        <p:nvSpPr>
          <p:cNvPr id="6" name="Espace réservé du contenu 5"/>
          <p:cNvSpPr>
            <a:spLocks noGrp="1"/>
          </p:cNvSpPr>
          <p:nvPr>
            <p:ph sz="quarter" idx="11" hasCustomPrompt="1"/>
            <p:custDataLst>
              <p:tags r:id="rId5"/>
            </p:custDataLst>
          </p:nvPr>
        </p:nvSpPr>
        <p:spPr>
          <a:xfrm>
            <a:off x="6181954" y="2208394"/>
            <a:ext cx="5541093" cy="4050630"/>
          </a:xfrm>
        </p:spPr>
        <p:txBody>
          <a:bodyPr/>
          <a:lstStyle>
            <a:lvl1pPr>
              <a:defRPr sz="1800"/>
            </a:lvl1pPr>
            <a:lvl2pPr>
              <a:defRPr sz="1600"/>
            </a:lvl2pPr>
            <a:lvl3pPr>
              <a:defRPr sz="1400"/>
            </a:lvl3pPr>
            <a:lvl4pPr>
              <a:defRPr sz="1200"/>
            </a:lvl4pPr>
          </a:lstStyle>
          <a:p>
            <a:pPr lvl="0"/>
            <a:r>
              <a:rPr lang="en-US" noProof="0"/>
              <a:t>Click to edit Master text style</a:t>
            </a:r>
          </a:p>
          <a:p>
            <a:pPr lvl="1"/>
            <a:r>
              <a:rPr lang="en-US" noProof="0"/>
              <a:t>Text style level 2</a:t>
            </a:r>
          </a:p>
          <a:p>
            <a:pPr lvl="2"/>
            <a:r>
              <a:rPr lang="en-US" noProof="0"/>
              <a:t>Text style level 3</a:t>
            </a:r>
          </a:p>
          <a:p>
            <a:pPr lvl="3"/>
            <a:r>
              <a:rPr lang="en-US" noProof="0"/>
              <a:t>Text style level 4</a:t>
            </a:r>
          </a:p>
        </p:txBody>
      </p:sp>
      <p:sp>
        <p:nvSpPr>
          <p:cNvPr id="7" name="Espace réservé du texte 6"/>
          <p:cNvSpPr>
            <a:spLocks noGrp="1"/>
          </p:cNvSpPr>
          <p:nvPr>
            <p:ph type="body" sz="quarter" idx="12" hasCustomPrompt="1"/>
            <p:custDataLst>
              <p:tags r:id="rId6"/>
            </p:custDataLst>
          </p:nvPr>
        </p:nvSpPr>
        <p:spPr>
          <a:xfrm>
            <a:off x="387335" y="1542648"/>
            <a:ext cx="5541093" cy="653034"/>
          </a:xfrm>
        </p:spPr>
        <p:txBody>
          <a:bodyPr anchor="ctr"/>
          <a:lstStyle>
            <a:lvl1pPr algn="ctr">
              <a:buNone/>
              <a:defRPr sz="2200" b="1">
                <a:solidFill>
                  <a:schemeClr val="tx2">
                    <a:lumMod val="50000"/>
                  </a:schemeClr>
                </a:solidFill>
              </a:defRPr>
            </a:lvl1pPr>
            <a:lvl5pPr>
              <a:buNone/>
              <a:defRPr/>
            </a:lvl5pPr>
          </a:lstStyle>
          <a:p>
            <a:pPr lvl="0"/>
            <a:r>
              <a:rPr lang="en-US" noProof="0"/>
              <a:t>Click to edit Master text style</a:t>
            </a:r>
          </a:p>
        </p:txBody>
      </p:sp>
      <p:sp>
        <p:nvSpPr>
          <p:cNvPr id="9" name="Espace réservé du texte 8"/>
          <p:cNvSpPr>
            <a:spLocks noGrp="1"/>
          </p:cNvSpPr>
          <p:nvPr>
            <p:ph type="body" sz="quarter" idx="13" hasCustomPrompt="1"/>
            <p:custDataLst>
              <p:tags r:id="rId7"/>
            </p:custDataLst>
          </p:nvPr>
        </p:nvSpPr>
        <p:spPr>
          <a:xfrm>
            <a:off x="6182332" y="1533439"/>
            <a:ext cx="5541093" cy="653034"/>
          </a:xfrm>
        </p:spPr>
        <p:txBody>
          <a:bodyPr anchor="ctr"/>
          <a:lstStyle>
            <a:lvl1pPr algn="ctr">
              <a:buNone/>
              <a:defRPr lang="fr-FR" sz="2200" b="1" kern="1200" noProof="0" dirty="0" smtClean="0">
                <a:solidFill>
                  <a:schemeClr val="tx2">
                    <a:lumMod val="50000"/>
                  </a:schemeClr>
                </a:solidFill>
                <a:latin typeface="+mn-lt"/>
                <a:ea typeface="+mn-ea"/>
                <a:cs typeface="+mn-cs"/>
              </a:defRPr>
            </a:lvl1pPr>
          </a:lstStyle>
          <a:p>
            <a:pPr lvl="0"/>
            <a:r>
              <a:rPr lang="en-US" noProof="0"/>
              <a:t>Click to edit Master text style</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4-Content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hasCustomPrompt="1"/>
          </p:nvPr>
        </p:nvSpPr>
        <p:spPr>
          <a:xfrm>
            <a:off x="292348" y="1436915"/>
            <a:ext cx="5718048" cy="518130"/>
          </a:xfrm>
          <a:solidFill>
            <a:schemeClr val="accent1"/>
          </a:solidFill>
          <a:ln w="25400">
            <a:solidFill>
              <a:schemeClr val="tx1"/>
            </a:solidFill>
          </a:ln>
        </p:spPr>
        <p:style>
          <a:lnRef idx="1">
            <a:schemeClr val="accent1"/>
          </a:lnRef>
          <a:fillRef idx="3">
            <a:schemeClr val="accent1"/>
          </a:fillRef>
          <a:effectRef idx="2">
            <a:schemeClr val="accent1"/>
          </a:effectRef>
          <a:fontRef idx="none"/>
        </p:style>
        <p:txBody>
          <a:bodyPr wrap="square" anchor="ctr">
            <a:noAutofit/>
          </a:bodyPr>
          <a:lstStyle>
            <a:lvl1pPr marL="0" indent="0" algn="ctr" rtl="0" eaLnBrk="0" fontAlgn="base" hangingPunct="0">
              <a:lnSpc>
                <a:spcPct val="85000"/>
              </a:lnSpc>
              <a:spcBef>
                <a:spcPct val="0"/>
              </a:spcBef>
              <a:spcAft>
                <a:spcPct val="0"/>
              </a:spcAft>
              <a:buNone/>
              <a:defRPr lang="en-US" sz="1600" b="1" kern="1200" dirty="0" smtClean="0">
                <a:solidFill>
                  <a:schemeClr val="tx1"/>
                </a:solidFill>
                <a:latin typeface="Arial" panose="020B0604020202020204" pitchFamily="34"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a:t>
            </a:r>
          </a:p>
        </p:txBody>
      </p:sp>
      <p:sp>
        <p:nvSpPr>
          <p:cNvPr id="4" name="Content Placeholder 3"/>
          <p:cNvSpPr>
            <a:spLocks noGrp="1"/>
          </p:cNvSpPr>
          <p:nvPr>
            <p:ph sz="half" idx="2" hasCustomPrompt="1"/>
          </p:nvPr>
        </p:nvSpPr>
        <p:spPr>
          <a:xfrm>
            <a:off x="292348" y="1902620"/>
            <a:ext cx="5718048" cy="1861869"/>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200" baseline="0"/>
            </a:lvl5pPr>
            <a:lvl6pPr>
              <a:defRPr sz="1600"/>
            </a:lvl6pPr>
            <a:lvl7pPr>
              <a:defRPr sz="1600"/>
            </a:lvl7pPr>
            <a:lvl8pPr>
              <a:defRPr sz="1600"/>
            </a:lvl8pPr>
            <a:lvl9pPr>
              <a:defRPr sz="1600"/>
            </a:lvl9pPr>
          </a:lstStyle>
          <a:p>
            <a:pPr lvl="0"/>
            <a:r>
              <a:rPr lang="en-US" noProof="0"/>
              <a:t>Click to edit Master text style</a:t>
            </a:r>
          </a:p>
          <a:p>
            <a:pPr lvl="1"/>
            <a:r>
              <a:rPr lang="en-US" noProof="0"/>
              <a:t>Text style level 2</a:t>
            </a:r>
          </a:p>
          <a:p>
            <a:pPr lvl="2"/>
            <a:r>
              <a:rPr lang="en-US" noProof="0"/>
              <a:t>Text style level 3</a:t>
            </a:r>
          </a:p>
          <a:p>
            <a:pPr lvl="3"/>
            <a:r>
              <a:rPr lang="en-US" noProof="0"/>
              <a:t>Text style level 4</a:t>
            </a:r>
          </a:p>
        </p:txBody>
      </p:sp>
      <p:sp>
        <p:nvSpPr>
          <p:cNvPr id="5" name="Text Placeholder 4"/>
          <p:cNvSpPr>
            <a:spLocks noGrp="1"/>
          </p:cNvSpPr>
          <p:nvPr>
            <p:ph type="body" sz="quarter" idx="3" hasCustomPrompt="1"/>
          </p:nvPr>
        </p:nvSpPr>
        <p:spPr>
          <a:xfrm>
            <a:off x="6217054" y="1436915"/>
            <a:ext cx="5718048" cy="518130"/>
          </a:xfrm>
          <a:solidFill>
            <a:schemeClr val="accent1"/>
          </a:solidFill>
          <a:ln w="25400">
            <a:solidFill>
              <a:schemeClr val="tx1"/>
            </a:solidFill>
          </a:ln>
        </p:spPr>
        <p:style>
          <a:lnRef idx="1">
            <a:schemeClr val="accent1"/>
          </a:lnRef>
          <a:fillRef idx="3">
            <a:schemeClr val="accent1"/>
          </a:fillRef>
          <a:effectRef idx="2">
            <a:schemeClr val="accent1"/>
          </a:effectRef>
          <a:fontRef idx="none"/>
        </p:style>
        <p:txBody>
          <a:bodyPr vert="horz" wrap="square" lIns="91440" tIns="45720" rIns="91440" bIns="45720" numCol="1" anchor="ctr" anchorCtr="1" compatLnSpc="1">
            <a:noAutofit/>
          </a:bodyPr>
          <a:lstStyle>
            <a:lvl1pPr marL="0" indent="0">
              <a:buNone/>
              <a:defRPr lang="en-US" sz="1600" b="1" kern="1200" dirty="0" smtClean="0">
                <a:solidFill>
                  <a:schemeClr val="tx1"/>
                </a:solidFill>
                <a:latin typeface="Arial" panose="020B0604020202020204" pitchFamily="34"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a:t>
            </a:r>
          </a:p>
        </p:txBody>
      </p:sp>
      <p:sp>
        <p:nvSpPr>
          <p:cNvPr id="6" name="Content Placeholder 5"/>
          <p:cNvSpPr>
            <a:spLocks noGrp="1"/>
          </p:cNvSpPr>
          <p:nvPr>
            <p:ph sz="quarter" idx="4" hasCustomPrompt="1"/>
          </p:nvPr>
        </p:nvSpPr>
        <p:spPr>
          <a:xfrm>
            <a:off x="6217054" y="1902620"/>
            <a:ext cx="5718048" cy="1861869"/>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100" baseline="0"/>
            </a:lvl5pPr>
            <a:lvl6pPr>
              <a:defRPr sz="1600"/>
            </a:lvl6pPr>
            <a:lvl7pPr>
              <a:defRPr sz="1600"/>
            </a:lvl7pPr>
            <a:lvl8pPr>
              <a:defRPr sz="1600"/>
            </a:lvl8pPr>
            <a:lvl9pPr>
              <a:defRPr sz="1600"/>
            </a:lvl9pPr>
          </a:lstStyle>
          <a:p>
            <a:pPr lvl="0"/>
            <a:r>
              <a:rPr lang="en-US" noProof="0"/>
              <a:t>Click to edit Master text style</a:t>
            </a:r>
          </a:p>
          <a:p>
            <a:pPr lvl="1"/>
            <a:r>
              <a:rPr lang="en-US" noProof="0"/>
              <a:t>Text style level 2</a:t>
            </a:r>
          </a:p>
          <a:p>
            <a:pPr lvl="2"/>
            <a:r>
              <a:rPr lang="en-US" noProof="0"/>
              <a:t>Text style level 3</a:t>
            </a:r>
          </a:p>
          <a:p>
            <a:pPr lvl="3"/>
            <a:r>
              <a:rPr lang="en-US" noProof="0"/>
              <a:t>Text style level 4</a:t>
            </a:r>
          </a:p>
        </p:txBody>
      </p:sp>
      <p:sp>
        <p:nvSpPr>
          <p:cNvPr id="7" name="Text Placeholder 2"/>
          <p:cNvSpPr>
            <a:spLocks noGrp="1"/>
          </p:cNvSpPr>
          <p:nvPr>
            <p:ph type="body" idx="12" hasCustomPrompt="1"/>
          </p:nvPr>
        </p:nvSpPr>
        <p:spPr>
          <a:xfrm>
            <a:off x="292348" y="3820890"/>
            <a:ext cx="5718048" cy="518130"/>
          </a:xfrm>
          <a:solidFill>
            <a:schemeClr val="accent1"/>
          </a:solidFill>
          <a:ln w="25400">
            <a:solidFill>
              <a:schemeClr val="tx1"/>
            </a:solidFill>
          </a:ln>
        </p:spPr>
        <p:style>
          <a:lnRef idx="1">
            <a:schemeClr val="accent1"/>
          </a:lnRef>
          <a:fillRef idx="3">
            <a:schemeClr val="accent1"/>
          </a:fillRef>
          <a:effectRef idx="2">
            <a:schemeClr val="accent1"/>
          </a:effectRef>
          <a:fontRef idx="none"/>
        </p:style>
        <p:txBody>
          <a:bodyPr wrap="square" anchor="ctr">
            <a:noAutofit/>
          </a:bodyPr>
          <a:lstStyle>
            <a:lvl1pPr marL="0" indent="0" algn="ctr" rtl="0" eaLnBrk="0" fontAlgn="base" hangingPunct="0">
              <a:lnSpc>
                <a:spcPct val="85000"/>
              </a:lnSpc>
              <a:spcBef>
                <a:spcPct val="0"/>
              </a:spcBef>
              <a:spcAft>
                <a:spcPct val="0"/>
              </a:spcAft>
              <a:buNone/>
              <a:defRPr lang="en-US" sz="1600" b="1" kern="1200" dirty="0" smtClean="0">
                <a:solidFill>
                  <a:schemeClr val="tx1"/>
                </a:solidFill>
                <a:latin typeface="Arial" panose="020B0604020202020204" pitchFamily="34"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a:t>
            </a:r>
          </a:p>
        </p:txBody>
      </p:sp>
      <p:sp>
        <p:nvSpPr>
          <p:cNvPr id="8" name="Content Placeholder 3"/>
          <p:cNvSpPr>
            <a:spLocks noGrp="1"/>
          </p:cNvSpPr>
          <p:nvPr>
            <p:ph sz="half" idx="13" hasCustomPrompt="1"/>
          </p:nvPr>
        </p:nvSpPr>
        <p:spPr>
          <a:xfrm>
            <a:off x="292348" y="4286584"/>
            <a:ext cx="5718048" cy="2011680"/>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100" baseline="0"/>
            </a:lvl5pPr>
            <a:lvl6pPr>
              <a:defRPr sz="1600"/>
            </a:lvl6pPr>
            <a:lvl7pPr>
              <a:defRPr sz="1600"/>
            </a:lvl7pPr>
            <a:lvl8pPr>
              <a:defRPr sz="1600"/>
            </a:lvl8pPr>
            <a:lvl9pPr>
              <a:defRPr sz="1600"/>
            </a:lvl9pPr>
          </a:lstStyle>
          <a:p>
            <a:pPr lvl="0"/>
            <a:r>
              <a:rPr lang="en-US" noProof="0"/>
              <a:t>Click to edit Master text style</a:t>
            </a:r>
          </a:p>
          <a:p>
            <a:pPr lvl="1"/>
            <a:r>
              <a:rPr lang="en-US" noProof="0"/>
              <a:t>Text style level 2</a:t>
            </a:r>
          </a:p>
          <a:p>
            <a:pPr lvl="2"/>
            <a:r>
              <a:rPr lang="en-US" noProof="0"/>
              <a:t>Text style level 3</a:t>
            </a:r>
          </a:p>
          <a:p>
            <a:pPr lvl="3"/>
            <a:r>
              <a:rPr lang="en-US" noProof="0"/>
              <a:t>Text style level 4</a:t>
            </a:r>
          </a:p>
        </p:txBody>
      </p:sp>
      <p:sp>
        <p:nvSpPr>
          <p:cNvPr id="9" name="Text Placeholder 4"/>
          <p:cNvSpPr>
            <a:spLocks noGrp="1"/>
          </p:cNvSpPr>
          <p:nvPr>
            <p:ph type="body" sz="quarter" idx="14" hasCustomPrompt="1"/>
          </p:nvPr>
        </p:nvSpPr>
        <p:spPr>
          <a:xfrm>
            <a:off x="6217054" y="3820890"/>
            <a:ext cx="5718048" cy="518130"/>
          </a:xfrm>
          <a:solidFill>
            <a:schemeClr val="accent1"/>
          </a:solidFill>
          <a:ln w="25400">
            <a:solidFill>
              <a:schemeClr val="tx1"/>
            </a:solidFill>
          </a:ln>
        </p:spPr>
        <p:style>
          <a:lnRef idx="1">
            <a:schemeClr val="accent1"/>
          </a:lnRef>
          <a:fillRef idx="3">
            <a:schemeClr val="accent1"/>
          </a:fillRef>
          <a:effectRef idx="2">
            <a:schemeClr val="accent1"/>
          </a:effectRef>
          <a:fontRef idx="none"/>
        </p:style>
        <p:txBody>
          <a:bodyPr vert="horz" wrap="square" lIns="91440" tIns="45720" rIns="91440" bIns="45720" numCol="1" anchor="ctr" anchorCtr="1" compatLnSpc="1">
            <a:noAutofit/>
          </a:bodyPr>
          <a:lstStyle>
            <a:lvl1pPr marL="0" indent="0">
              <a:buNone/>
              <a:defRPr lang="en-US" sz="1600" b="1" kern="1200" dirty="0" smtClean="0">
                <a:solidFill>
                  <a:schemeClr val="tx1"/>
                </a:solidFill>
                <a:latin typeface="Arial" panose="020B0604020202020204" pitchFamily="34"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a:t>
            </a:r>
          </a:p>
        </p:txBody>
      </p:sp>
      <p:sp>
        <p:nvSpPr>
          <p:cNvPr id="10" name="Content Placeholder 5"/>
          <p:cNvSpPr>
            <a:spLocks noGrp="1"/>
          </p:cNvSpPr>
          <p:nvPr>
            <p:ph sz="quarter" idx="15" hasCustomPrompt="1"/>
          </p:nvPr>
        </p:nvSpPr>
        <p:spPr>
          <a:xfrm>
            <a:off x="6217054" y="4286584"/>
            <a:ext cx="5718048" cy="2011680"/>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100" baseline="0"/>
            </a:lvl5pPr>
            <a:lvl6pPr>
              <a:defRPr sz="1600"/>
            </a:lvl6pPr>
            <a:lvl7pPr>
              <a:defRPr sz="1600"/>
            </a:lvl7pPr>
            <a:lvl8pPr>
              <a:defRPr sz="1600"/>
            </a:lvl8pPr>
            <a:lvl9pPr>
              <a:defRPr sz="1600"/>
            </a:lvl9pPr>
          </a:lstStyle>
          <a:p>
            <a:pPr lvl="0"/>
            <a:r>
              <a:rPr lang="en-US" noProof="0"/>
              <a:t>Click to edit Master text style</a:t>
            </a:r>
          </a:p>
          <a:p>
            <a:pPr lvl="1"/>
            <a:r>
              <a:rPr lang="en-US" noProof="0"/>
              <a:t>Text style level 2</a:t>
            </a:r>
          </a:p>
          <a:p>
            <a:pPr lvl="2"/>
            <a:r>
              <a:rPr lang="en-US" noProof="0"/>
              <a:t>Text style level 3</a:t>
            </a:r>
          </a:p>
          <a:p>
            <a:pPr lvl="3"/>
            <a:r>
              <a:rPr lang="en-US" noProof="0"/>
              <a:t>Text style level 4</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re seul">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2"/>
            </p:custDataLst>
          </p:nvPr>
        </p:nvGraphicFramePr>
        <p:xfrm>
          <a:off x="0" y="0"/>
          <a:ext cx="195385" cy="158750"/>
        </p:xfrm>
        <a:graphic>
          <a:graphicData uri="http://schemas.openxmlformats.org/presentationml/2006/ole">
            <mc:AlternateContent xmlns:mc="http://schemas.openxmlformats.org/markup-compatibility/2006">
              <mc:Choice xmlns:v="urn:schemas-microsoft-com:vml" Requires="v">
                <p:oleObj spid="_x0000_s7177" name="think-cell Slide" r:id="rId5" imgW="360" imgH="360" progId="">
                  <p:embed/>
                </p:oleObj>
              </mc:Choice>
              <mc:Fallback>
                <p:oleObj name="think-cell Slide" r:id="rId5" imgW="360" imgH="360" progId="">
                  <p:embed/>
                  <p:pic>
                    <p:nvPicPr>
                      <p:cNvPr id="0"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195385"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re 1"/>
          <p:cNvSpPr>
            <a:spLocks noGrp="1"/>
          </p:cNvSpPr>
          <p:nvPr>
            <p:ph type="title"/>
            <p:custDataLst>
              <p:tags r:id="rId3"/>
            </p:custDataLst>
          </p:nvPr>
        </p:nvSpPr>
        <p:spPr/>
        <p:txBody>
          <a:bodyPr/>
          <a:lstStyle>
            <a:lvl1pPr>
              <a:defRPr/>
            </a:lvl1pPr>
          </a:lstStyle>
          <a:p>
            <a:pPr lvl="0"/>
            <a:r>
              <a:rPr lang="en-US" noProof="0"/>
              <a:t>Click to edit Master title style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2"/>
            </p:custDataLst>
          </p:nvPr>
        </p:nvGraphicFramePr>
        <p:xfrm>
          <a:off x="7" y="11"/>
          <a:ext cx="180998" cy="143985"/>
        </p:xfrm>
        <a:graphic>
          <a:graphicData uri="http://schemas.openxmlformats.org/presentationml/2006/ole">
            <mc:AlternateContent xmlns:mc="http://schemas.openxmlformats.org/markup-compatibility/2006">
              <mc:Choice xmlns:v="urn:schemas-microsoft-com:vml" Requires="v">
                <p:oleObj spid="_x0000_s8201" name="think-cell Slide" r:id="rId4" imgW="360" imgH="360" progId="">
                  <p:embed/>
                </p:oleObj>
              </mc:Choice>
              <mc:Fallback>
                <p:oleObj name="think-cell Slide" r:id="rId4" imgW="360" imgH="360" progId="">
                  <p:embed/>
                  <p:pic>
                    <p:nvPicPr>
                      <p:cNvPr id="0"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 y="11"/>
                        <a:ext cx="180998"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Title and Table">
    <p:spTree>
      <p:nvGrpSpPr>
        <p:cNvPr id="1" name=""/>
        <p:cNvGrpSpPr/>
        <p:nvPr/>
      </p:nvGrpSpPr>
      <p:grpSpPr>
        <a:xfrm>
          <a:off x="0" y="0"/>
          <a:ext cx="0" cy="0"/>
          <a:chOff x="0" y="0"/>
          <a:chExt cx="0" cy="0"/>
        </a:xfrm>
      </p:grpSpPr>
      <p:sp>
        <p:nvSpPr>
          <p:cNvPr id="3" name="Table Placeholder 2"/>
          <p:cNvSpPr>
            <a:spLocks noGrp="1"/>
          </p:cNvSpPr>
          <p:nvPr>
            <p:ph type="tbl" idx="1" hasCustomPrompt="1"/>
          </p:nvPr>
        </p:nvSpPr>
        <p:spPr bwMode="gray">
          <a:xfrm>
            <a:off x="321579" y="990600"/>
            <a:ext cx="11582400" cy="5029200"/>
          </a:xfrm>
        </p:spPr>
        <p:txBody>
          <a:bodyPr/>
          <a:lstStyle/>
          <a:p>
            <a:pPr lvl="0"/>
            <a:r>
              <a:rPr lang="en-US" noProof="0"/>
              <a:t>Click icon to add table</a:t>
            </a:r>
          </a:p>
        </p:txBody>
      </p:sp>
      <p:sp>
        <p:nvSpPr>
          <p:cNvPr id="6" name="Rectangle 134"/>
          <p:cNvSpPr>
            <a:spLocks noGrp="1" noChangeArrowheads="1"/>
          </p:cNvSpPr>
          <p:nvPr>
            <p:ph type="title"/>
          </p:nvPr>
        </p:nvSpPr>
        <p:spPr bwMode="gray">
          <a:xfrm>
            <a:off x="321733" y="212730"/>
            <a:ext cx="11618976" cy="549275"/>
          </a:xfrm>
          <a:prstGeom prst="rect">
            <a:avLst/>
          </a:prstGeom>
          <a:noFill/>
          <a:ln w="9525">
            <a:noFill/>
            <a:miter lim="800000"/>
          </a:ln>
          <a:effectLst/>
        </p:spPr>
        <p:txBody>
          <a:bodyPr/>
          <a:lstStyle/>
          <a:p>
            <a:pPr lvl="0"/>
            <a:r>
              <a:rPr lang="en-US"/>
              <a:t>Click to edit Master title style</a:t>
            </a:r>
          </a:p>
        </p:txBody>
      </p:sp>
      <p:sp>
        <p:nvSpPr>
          <p:cNvPr id="4" name="Rectangle 101"/>
          <p:cNvSpPr>
            <a:spLocks noGrp="1" noChangeArrowheads="1"/>
          </p:cNvSpPr>
          <p:nvPr>
            <p:ph type="dt" sz="half" idx="10"/>
          </p:nvPr>
        </p:nvSpPr>
        <p:spPr>
          <a:xfrm>
            <a:off x="4572000" y="6533673"/>
            <a:ext cx="3544277" cy="165100"/>
          </a:xfrm>
          <a:prstGeom prst="rect">
            <a:avLst/>
          </a:prstGeom>
        </p:spPr>
        <p:txBody>
          <a:bodyPr/>
          <a:lstStyle>
            <a:lvl1pPr fontAlgn="base">
              <a:spcBef>
                <a:spcPct val="0"/>
              </a:spcBef>
              <a:spcAft>
                <a:spcPct val="0"/>
              </a:spcAft>
              <a:defRPr sz="900">
                <a:solidFill>
                  <a:schemeClr val="tx1"/>
                </a:solidFill>
                <a:latin typeface="Arial" panose="020B0604020202020204" pitchFamily="34" charset="0"/>
              </a:defRPr>
            </a:lvl1pPr>
          </a:lstStyle>
          <a:p>
            <a:fld id="{425404F2-BE9A-4460-8815-8F645183555F}" type="datetimeFigureOut">
              <a:rPr lang="en-US" smtClean="0"/>
              <a:pPr/>
              <a:t>6/14/2022</a:t>
            </a:fld>
            <a:endParaRPr lang="en-US"/>
          </a:p>
        </p:txBody>
      </p:sp>
      <p:sp>
        <p:nvSpPr>
          <p:cNvPr id="5" name="Rectangle 103"/>
          <p:cNvSpPr>
            <a:spLocks noGrp="1" noChangeArrowheads="1"/>
          </p:cNvSpPr>
          <p:nvPr>
            <p:ph type="sldNum" sz="quarter" idx="11"/>
          </p:nvPr>
        </p:nvSpPr>
        <p:spPr>
          <a:xfrm>
            <a:off x="11941908" y="6732599"/>
            <a:ext cx="242277" cy="103187"/>
          </a:xfrm>
          <a:prstGeom prst="rect">
            <a:avLst/>
          </a:prstGeom>
        </p:spPr>
        <p:txBody>
          <a:bodyPr/>
          <a:lstStyle>
            <a:lvl1pPr fontAlgn="base">
              <a:spcBef>
                <a:spcPct val="0"/>
              </a:spcBef>
              <a:spcAft>
                <a:spcPct val="0"/>
              </a:spcAft>
              <a:defRPr/>
            </a:lvl1pPr>
          </a:lstStyle>
          <a:p>
            <a:fld id="{96E69268-9C8B-4EBF-A9EE-DC5DC2D48DC3}" type="slidenum">
              <a:rPr lang="en-US" smtClean="0"/>
              <a:pPr/>
              <a:t>‹#›</a:t>
            </a:fld>
            <a:endParaRPr lang="en-US"/>
          </a:p>
        </p:txBody>
      </p:sp>
    </p:spTree>
  </p:cSld>
  <p:clrMapOvr>
    <a:masterClrMapping/>
  </p:clrMapOvr>
  <p:transition>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27348" y="1815352"/>
            <a:ext cx="11700000" cy="446620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re 2"/>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1_Title, subtitle and content ">
    <p:spTree>
      <p:nvGrpSpPr>
        <p:cNvPr id="1" name=""/>
        <p:cNvGrpSpPr/>
        <p:nvPr/>
      </p:nvGrpSpPr>
      <p:grpSpPr>
        <a:xfrm>
          <a:off x="0" y="0"/>
          <a:ext cx="0" cy="0"/>
          <a:chOff x="0" y="0"/>
          <a:chExt cx="0" cy="0"/>
        </a:xfrm>
      </p:grpSpPr>
      <p:sp>
        <p:nvSpPr>
          <p:cNvPr id="2" name="Title 1"/>
          <p:cNvSpPr>
            <a:spLocks noGrp="1"/>
          </p:cNvSpPr>
          <p:nvPr>
            <p:ph type="title"/>
          </p:nvPr>
        </p:nvSpPr>
        <p:spPr>
          <a:xfrm>
            <a:off x="227349" y="0"/>
            <a:ext cx="11125236" cy="1104900"/>
          </a:xfrm>
        </p:spPr>
        <p:txBody>
          <a:bodyPr/>
          <a:lstStyle/>
          <a:p>
            <a:r>
              <a:rPr lang="en-US"/>
              <a:t>Click to edit Master title style</a:t>
            </a:r>
            <a:endParaRPr lang="en-GB"/>
          </a:p>
        </p:txBody>
      </p:sp>
      <p:sp>
        <p:nvSpPr>
          <p:cNvPr id="4" name="Text Placeholder 3"/>
          <p:cNvSpPr>
            <a:spLocks noGrp="1"/>
          </p:cNvSpPr>
          <p:nvPr>
            <p:ph type="body" sz="quarter" idx="10"/>
          </p:nvPr>
        </p:nvSpPr>
        <p:spPr>
          <a:xfrm>
            <a:off x="227348" y="1815351"/>
            <a:ext cx="11700000" cy="446620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227349" y="1148607"/>
            <a:ext cx="11700000" cy="504056"/>
          </a:xfrm>
          <a:prstGeom prst="rect">
            <a:avLst/>
          </a:prstGeom>
        </p:spPr>
        <p:txBody>
          <a:bodyPr/>
          <a:lstStyle>
            <a:lvl1pPr>
              <a:defRPr>
                <a:solidFill>
                  <a:schemeClr val="accent2"/>
                </a:solidFill>
              </a:defRPr>
            </a:lvl1pPr>
          </a:lstStyle>
          <a:p>
            <a:pPr lvl="0"/>
            <a:r>
              <a:rPr lang="en-US"/>
              <a:t>Click to edit Master subtitle styles</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Two columns">
    <p:spTree>
      <p:nvGrpSpPr>
        <p:cNvPr id="1" name=""/>
        <p:cNvGrpSpPr/>
        <p:nvPr/>
      </p:nvGrpSpPr>
      <p:grpSpPr>
        <a:xfrm>
          <a:off x="0" y="0"/>
          <a:ext cx="0" cy="0"/>
          <a:chOff x="0" y="0"/>
          <a:chExt cx="0" cy="0"/>
        </a:xfrm>
      </p:grpSpPr>
      <p:sp>
        <p:nvSpPr>
          <p:cNvPr id="8" name="Text Placeholder 7"/>
          <p:cNvSpPr>
            <a:spLocks noGrp="1"/>
          </p:cNvSpPr>
          <p:nvPr>
            <p:ph type="body" sz="quarter" idx="10"/>
          </p:nvPr>
        </p:nvSpPr>
        <p:spPr>
          <a:xfrm>
            <a:off x="227349" y="2205319"/>
            <a:ext cx="5400000" cy="4076234"/>
          </a:xfrm>
          <a:prstGeom prst="rect">
            <a:avLst/>
          </a:prstGeom>
        </p:spPr>
        <p:txBody>
          <a:bodyPr>
            <a:noAutofit/>
          </a:bodyPr>
          <a:lstStyle>
            <a:lvl1pPr>
              <a:lnSpc>
                <a:spcPct val="100000"/>
              </a:lnSpc>
              <a:spcBef>
                <a:spcPts val="0"/>
              </a:spcBef>
              <a:defRPr sz="1600"/>
            </a:lvl1pPr>
            <a:lvl2pPr>
              <a:lnSpc>
                <a:spcPct val="100000"/>
              </a:lnSpc>
              <a:spcBef>
                <a:spcPts val="0"/>
              </a:spcBef>
              <a:defRPr sz="1600"/>
            </a:lvl2pPr>
            <a:lvl3pPr>
              <a:lnSpc>
                <a:spcPct val="100000"/>
              </a:lnSpc>
              <a:spcBef>
                <a:spcPts val="0"/>
              </a:spcBef>
              <a:defRPr sz="1600"/>
            </a:lvl3pPr>
            <a:lvl4pPr>
              <a:lnSpc>
                <a:spcPct val="100000"/>
              </a:lnSpc>
              <a:spcBef>
                <a:spcPts val="0"/>
              </a:spcBef>
              <a:defRPr sz="1600"/>
            </a:lvl4pPr>
            <a:lvl5pPr>
              <a:lnSpc>
                <a:spcPct val="100000"/>
              </a:lnSpc>
              <a:spcBef>
                <a:spcPts val="0"/>
              </a:spcBef>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p:cNvSpPr>
            <a:spLocks noGrp="1"/>
          </p:cNvSpPr>
          <p:nvPr>
            <p:ph type="body" sz="quarter" idx="12" hasCustomPrompt="1"/>
          </p:nvPr>
        </p:nvSpPr>
        <p:spPr>
          <a:xfrm>
            <a:off x="227349" y="1420989"/>
            <a:ext cx="5400000" cy="743987"/>
          </a:xfrm>
          <a:prstGeom prst="rect">
            <a:avLst/>
          </a:prstGeom>
        </p:spPr>
        <p:txBody>
          <a:bodyPr anchor="ctr" anchorCtr="0">
            <a:noAutofit/>
          </a:bodyPr>
          <a:lstStyle>
            <a:lvl1pPr>
              <a:lnSpc>
                <a:spcPct val="100000"/>
              </a:lnSpc>
              <a:defRPr sz="1800" b="1">
                <a:solidFill>
                  <a:srgbClr val="12ABDB"/>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p:cNvSpPr>
            <a:spLocks noGrp="1"/>
          </p:cNvSpPr>
          <p:nvPr>
            <p:ph type="body" sz="quarter" idx="13" hasCustomPrompt="1"/>
          </p:nvPr>
        </p:nvSpPr>
        <p:spPr>
          <a:xfrm>
            <a:off x="6474016" y="1420989"/>
            <a:ext cx="5400000" cy="743987"/>
          </a:xfrm>
          <a:prstGeom prst="rect">
            <a:avLst/>
          </a:prstGeom>
        </p:spPr>
        <p:txBody>
          <a:bodyPr anchor="ctr" anchorCtr="0">
            <a:noAutofit/>
          </a:bodyPr>
          <a:lstStyle>
            <a:lvl1pPr>
              <a:lnSpc>
                <a:spcPct val="100000"/>
              </a:lnSpc>
              <a:defRPr sz="1800" b="1">
                <a:solidFill>
                  <a:srgbClr val="12ABDB"/>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2" name="Titre 1"/>
          <p:cNvSpPr>
            <a:spLocks noGrp="1"/>
          </p:cNvSpPr>
          <p:nvPr>
            <p:ph type="title"/>
          </p:nvPr>
        </p:nvSpPr>
        <p:spPr>
          <a:xfrm>
            <a:off x="227349" y="0"/>
            <a:ext cx="11125236" cy="1104900"/>
          </a:xfrm>
        </p:spPr>
        <p:txBody>
          <a:bodyPr/>
          <a:lstStyle/>
          <a:p>
            <a:r>
              <a:rPr lang="en-US"/>
              <a:t>Click to edit Master title style</a:t>
            </a:r>
          </a:p>
        </p:txBody>
      </p:sp>
      <p:sp>
        <p:nvSpPr>
          <p:cNvPr id="16" name="Text Placeholder 7"/>
          <p:cNvSpPr>
            <a:spLocks noGrp="1"/>
          </p:cNvSpPr>
          <p:nvPr>
            <p:ph type="body" sz="quarter" idx="14"/>
          </p:nvPr>
        </p:nvSpPr>
        <p:spPr>
          <a:xfrm>
            <a:off x="6474016" y="2205319"/>
            <a:ext cx="5400000" cy="4076234"/>
          </a:xfrm>
          <a:prstGeom prst="rect">
            <a:avLst/>
          </a:prstGeom>
        </p:spPr>
        <p:txBody>
          <a:bodyPr>
            <a:noAutofit/>
          </a:bodyPr>
          <a:lstStyle>
            <a:lvl1pPr>
              <a:lnSpc>
                <a:spcPct val="100000"/>
              </a:lnSpc>
              <a:spcBef>
                <a:spcPts val="0"/>
              </a:spcBef>
              <a:defRPr sz="1600"/>
            </a:lvl1pPr>
            <a:lvl2pPr>
              <a:lnSpc>
                <a:spcPct val="100000"/>
              </a:lnSpc>
              <a:spcBef>
                <a:spcPts val="0"/>
              </a:spcBef>
              <a:defRPr sz="1600"/>
            </a:lvl2pPr>
            <a:lvl3pPr>
              <a:lnSpc>
                <a:spcPct val="100000"/>
              </a:lnSpc>
              <a:spcBef>
                <a:spcPts val="0"/>
              </a:spcBef>
              <a:defRPr sz="1600"/>
            </a:lvl3pPr>
            <a:lvl4pPr>
              <a:lnSpc>
                <a:spcPct val="100000"/>
              </a:lnSpc>
              <a:spcBef>
                <a:spcPts val="0"/>
              </a:spcBef>
              <a:defRPr sz="1600"/>
            </a:lvl4pPr>
            <a:lvl5pPr>
              <a:lnSpc>
                <a:spcPct val="100000"/>
              </a:lnSpc>
              <a:spcBef>
                <a:spcPts val="0"/>
              </a:spcBef>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3 column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Text Placeholder 7"/>
          <p:cNvSpPr>
            <a:spLocks noGrp="1"/>
          </p:cNvSpPr>
          <p:nvPr>
            <p:ph type="body" sz="quarter" idx="10"/>
          </p:nvPr>
        </p:nvSpPr>
        <p:spPr>
          <a:xfrm>
            <a:off x="227350"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p:cNvSpPr>
            <a:spLocks noGrp="1"/>
          </p:cNvSpPr>
          <p:nvPr>
            <p:ph type="body" sz="quarter" idx="12" hasCustomPrompt="1"/>
          </p:nvPr>
        </p:nvSpPr>
        <p:spPr>
          <a:xfrm>
            <a:off x="227350"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p:cNvSpPr>
            <a:spLocks noGrp="1"/>
          </p:cNvSpPr>
          <p:nvPr>
            <p:ph type="body" sz="quarter" idx="14"/>
          </p:nvPr>
        </p:nvSpPr>
        <p:spPr>
          <a:xfrm>
            <a:off x="4313358"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p:cNvSpPr>
            <a:spLocks noGrp="1"/>
          </p:cNvSpPr>
          <p:nvPr>
            <p:ph type="body" sz="quarter" idx="15" hasCustomPrompt="1"/>
          </p:nvPr>
        </p:nvSpPr>
        <p:spPr>
          <a:xfrm>
            <a:off x="4313358"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p:cNvSpPr>
            <a:spLocks noGrp="1"/>
          </p:cNvSpPr>
          <p:nvPr>
            <p:ph type="body" sz="quarter" idx="16"/>
          </p:nvPr>
        </p:nvSpPr>
        <p:spPr>
          <a:xfrm>
            <a:off x="8384125"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p:cNvSpPr>
            <a:spLocks noGrp="1"/>
          </p:cNvSpPr>
          <p:nvPr>
            <p:ph type="body" sz="quarter" idx="17" hasCustomPrompt="1"/>
          </p:nvPr>
        </p:nvSpPr>
        <p:spPr>
          <a:xfrm>
            <a:off x="8384125"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with numbering,  subtitle and content">
    <p:spTree>
      <p:nvGrpSpPr>
        <p:cNvPr id="1" name=""/>
        <p:cNvGrpSpPr/>
        <p:nvPr/>
      </p:nvGrpSpPr>
      <p:grpSpPr>
        <a:xfrm>
          <a:off x="0" y="0"/>
          <a:ext cx="0" cy="0"/>
          <a:chOff x="0" y="0"/>
          <a:chExt cx="0" cy="0"/>
        </a:xfrm>
      </p:grpSpPr>
      <p:graphicFrame>
        <p:nvGraphicFramePr>
          <p:cNvPr id="15" name="Object 14" hidden="1"/>
          <p:cNvGraphicFramePr>
            <a:graphicFrameLocks noChangeAspect="1"/>
          </p:cNvGraphicFramePr>
          <p:nvPr>
            <p:custDataLst>
              <p:tags r:id="rId2"/>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spid="_x0000_s14345" name="think-cell Slide" r:id="rId4" imgW="360" imgH="360" progId="">
                  <p:embed/>
                </p:oleObj>
              </mc:Choice>
              <mc:Fallback>
                <p:oleObj name="think-cell Slide" r:id="rId4" imgW="360" imgH="360" progId="">
                  <p:embed/>
                  <p:pic>
                    <p:nvPicPr>
                      <p:cNvPr id="0"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Rectangle 17"/>
          <p:cNvSpPr/>
          <p:nvPr/>
        </p:nvSpPr>
        <p:spPr>
          <a:xfrm>
            <a:off x="0" y="0"/>
            <a:ext cx="919998" cy="4286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510" name="Freeform 6"/>
          <p:cNvSpPr/>
          <p:nvPr/>
        </p:nvSpPr>
        <p:spPr bwMode="auto">
          <a:xfrm>
            <a:off x="0" y="0"/>
            <a:ext cx="919998" cy="1146174"/>
          </a:xfrm>
          <a:custGeom>
            <a:avLst/>
            <a:gdLst/>
            <a:ahLst/>
            <a:cxnLst>
              <a:cxn ang="0">
                <a:pos x="1681" y="25"/>
              </a:cxn>
              <a:cxn ang="0">
                <a:pos x="1655" y="0"/>
              </a:cxn>
              <a:cxn ang="0">
                <a:pos x="22" y="0"/>
              </a:cxn>
              <a:cxn ang="0">
                <a:pos x="0" y="23"/>
              </a:cxn>
              <a:cxn ang="0">
                <a:pos x="0" y="2095"/>
              </a:cxn>
              <a:cxn ang="0">
                <a:pos x="336" y="2085"/>
              </a:cxn>
              <a:cxn ang="0">
                <a:pos x="682" y="2056"/>
              </a:cxn>
              <a:cxn ang="0">
                <a:pos x="897" y="2032"/>
              </a:cxn>
              <a:cxn ang="0">
                <a:pos x="1082" y="2005"/>
              </a:cxn>
              <a:cxn ang="0">
                <a:pos x="1332" y="1960"/>
              </a:cxn>
              <a:cxn ang="0">
                <a:pos x="1567" y="1911"/>
              </a:cxn>
              <a:cxn ang="0">
                <a:pos x="1680" y="1883"/>
              </a:cxn>
              <a:cxn ang="0">
                <a:pos x="1681" y="25"/>
              </a:cxn>
            </a:cxnLst>
            <a:rect l="0" t="0" r="r" b="b"/>
            <a:pathLst>
              <a:path w="1681" h="2095">
                <a:moveTo>
                  <a:pt x="1681" y="25"/>
                </a:moveTo>
                <a:cubicBezTo>
                  <a:pt x="1681" y="3"/>
                  <a:pt x="1675" y="0"/>
                  <a:pt x="1655" y="0"/>
                </a:cubicBezTo>
                <a:cubicBezTo>
                  <a:pt x="1111" y="1"/>
                  <a:pt x="567" y="1"/>
                  <a:pt x="22" y="0"/>
                </a:cubicBezTo>
                <a:cubicBezTo>
                  <a:pt x="5" y="0"/>
                  <a:pt x="0" y="3"/>
                  <a:pt x="0" y="23"/>
                </a:cubicBezTo>
                <a:cubicBezTo>
                  <a:pt x="0" y="713"/>
                  <a:pt x="0" y="1404"/>
                  <a:pt x="0" y="2095"/>
                </a:cubicBezTo>
                <a:cubicBezTo>
                  <a:pt x="112" y="2091"/>
                  <a:pt x="224" y="2088"/>
                  <a:pt x="336" y="2085"/>
                </a:cubicBezTo>
                <a:cubicBezTo>
                  <a:pt x="452" y="2081"/>
                  <a:pt x="567" y="2068"/>
                  <a:pt x="682" y="2056"/>
                </a:cubicBezTo>
                <a:cubicBezTo>
                  <a:pt x="754" y="2049"/>
                  <a:pt x="826" y="2045"/>
                  <a:pt x="897" y="2032"/>
                </a:cubicBezTo>
                <a:cubicBezTo>
                  <a:pt x="958" y="2020"/>
                  <a:pt x="1021" y="2018"/>
                  <a:pt x="1082" y="2005"/>
                </a:cubicBezTo>
                <a:cubicBezTo>
                  <a:pt x="1165" y="1989"/>
                  <a:pt x="1249" y="1977"/>
                  <a:pt x="1332" y="1960"/>
                </a:cubicBezTo>
                <a:cubicBezTo>
                  <a:pt x="1410" y="1945"/>
                  <a:pt x="1489" y="1928"/>
                  <a:pt x="1567" y="1911"/>
                </a:cubicBezTo>
                <a:cubicBezTo>
                  <a:pt x="1605" y="1904"/>
                  <a:pt x="1643" y="1895"/>
                  <a:pt x="1680" y="1883"/>
                </a:cubicBezTo>
                <a:cubicBezTo>
                  <a:pt x="1680" y="1263"/>
                  <a:pt x="1680" y="644"/>
                  <a:pt x="1681" y="25"/>
                </a:cubicBezTo>
                <a:close/>
              </a:path>
            </a:pathLst>
          </a:custGeom>
          <a:solidFill>
            <a:schemeClr val="accent2"/>
          </a:solidFill>
          <a:ln w="9525">
            <a:noFill/>
            <a:round/>
          </a:ln>
        </p:spPr>
        <p:txBody>
          <a:bodyPr vert="horz" wrap="square" lIns="91440" tIns="45720" rIns="91440" bIns="45720" numCol="1" anchor="t" anchorCtr="0" compatLnSpc="1"/>
          <a:lstStyle/>
          <a:p>
            <a:endParaRPr lang="en-GB"/>
          </a:p>
        </p:txBody>
      </p:sp>
      <p:sp>
        <p:nvSpPr>
          <p:cNvPr id="2" name="Title 1"/>
          <p:cNvSpPr>
            <a:spLocks noGrp="1"/>
          </p:cNvSpPr>
          <p:nvPr>
            <p:ph type="title"/>
          </p:nvPr>
        </p:nvSpPr>
        <p:spPr>
          <a:xfrm>
            <a:off x="974872" y="0"/>
            <a:ext cx="10377711" cy="1104900"/>
          </a:xfrm>
        </p:spPr>
        <p:txBody>
          <a:bodyPr/>
          <a:lstStyle/>
          <a:p>
            <a:r>
              <a:rPr lang="en-US"/>
              <a:t>Click to edit Master title style</a:t>
            </a:r>
            <a:endParaRPr lang="en-GB"/>
          </a:p>
        </p:txBody>
      </p:sp>
      <p:sp>
        <p:nvSpPr>
          <p:cNvPr id="4" name="Text Placeholder 3"/>
          <p:cNvSpPr>
            <a:spLocks noGrp="1"/>
          </p:cNvSpPr>
          <p:nvPr>
            <p:ph type="body" sz="quarter" idx="10"/>
          </p:nvPr>
        </p:nvSpPr>
        <p:spPr>
          <a:xfrm>
            <a:off x="227347" y="1815351"/>
            <a:ext cx="11700000" cy="4467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974872" y="1148607"/>
            <a:ext cx="10940903" cy="504056"/>
          </a:xfrm>
          <a:prstGeom prst="rect">
            <a:avLst/>
          </a:prstGeom>
        </p:spPr>
        <p:txBody>
          <a:bodyPr/>
          <a:lstStyle>
            <a:lvl1pPr>
              <a:defRPr>
                <a:solidFill>
                  <a:schemeClr val="accent2"/>
                </a:solidFill>
              </a:defRPr>
            </a:lvl1pPr>
          </a:lstStyle>
          <a:p>
            <a:pPr lvl="0"/>
            <a:r>
              <a:rPr lang="en-US"/>
              <a:t>Click to edit Master subtitle styles</a:t>
            </a:r>
          </a:p>
        </p:txBody>
      </p:sp>
      <p:sp>
        <p:nvSpPr>
          <p:cNvPr id="17" name="Text Placeholder 16"/>
          <p:cNvSpPr>
            <a:spLocks noGrp="1"/>
          </p:cNvSpPr>
          <p:nvPr>
            <p:ph type="body" sz="quarter" idx="12" hasCustomPrompt="1"/>
          </p:nvPr>
        </p:nvSpPr>
        <p:spPr>
          <a:xfrm>
            <a:off x="0" y="48742"/>
            <a:ext cx="914400" cy="914400"/>
          </a:xfrm>
        </p:spPr>
        <p:txBody>
          <a:bodyPr anchor="ctr">
            <a:normAutofit/>
          </a:bodyPr>
          <a:lstStyle>
            <a:lvl1pPr marL="0" indent="0" algn="ctr" defTabSz="914400" rtl="0" eaLnBrk="1" latinLnBrk="0" hangingPunct="1">
              <a:lnSpc>
                <a:spcPct val="90000"/>
              </a:lnSpc>
              <a:spcBef>
                <a:spcPts val="1000"/>
              </a:spcBef>
              <a:buFont typeface="Arial" panose="020B0604020202020204" pitchFamily="34" charset="0"/>
              <a:buNone/>
              <a:defRPr lang="en-GB" sz="4000" kern="1200" dirty="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a:t>#</a:t>
            </a:r>
            <a:endParaRPr lang="en-GB"/>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1_Titre seul">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spid="_x0000_s15369" name="think-cell Slide" r:id="rId4" imgW="360" imgH="360" progId="">
                  <p:embed/>
                </p:oleObj>
              </mc:Choice>
              <mc:Fallback>
                <p:oleObj name="think-cell Slide" r:id="rId4" imgW="360" imgH="360" progId="">
                  <p:embed/>
                  <p:pic>
                    <p:nvPicPr>
                      <p:cNvPr id="0"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p:txBody>
          <a:bodyPr/>
          <a:lstStyle/>
          <a:p>
            <a:r>
              <a:rPr lang="en-US"/>
              <a:t>Click to edit Master title style</a:t>
            </a:r>
            <a:endParaRPr lang="en-GB"/>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1_Vid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spid="_x0000_s16393" name="think-cell Slide" r:id="rId4" imgW="360" imgH="360" progId="">
                  <p:embed/>
                </p:oleObj>
              </mc:Choice>
              <mc:Fallback>
                <p:oleObj name="think-cell Slide" r:id="rId4" imgW="360" imgH="360" progId="">
                  <p:embed/>
                  <p:pic>
                    <p:nvPicPr>
                      <p:cNvPr id="0"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Single Profile">
    <p:spTree>
      <p:nvGrpSpPr>
        <p:cNvPr id="1" name=""/>
        <p:cNvGrpSpPr/>
        <p:nvPr/>
      </p:nvGrpSpPr>
      <p:grpSpPr>
        <a:xfrm>
          <a:off x="0" y="0"/>
          <a:ext cx="0" cy="0"/>
          <a:chOff x="0" y="0"/>
          <a:chExt cx="0" cy="0"/>
        </a:xfrm>
      </p:grpSpPr>
      <p:sp>
        <p:nvSpPr>
          <p:cNvPr id="12" name="Freeform: Shape 11"/>
          <p:cNvSpPr/>
          <p:nvPr/>
        </p:nvSpPr>
        <p:spPr>
          <a:xfrm flipV="1">
            <a:off x="1" y="0"/>
            <a:ext cx="5204012" cy="3119718"/>
          </a:xfrm>
          <a:custGeom>
            <a:avLst/>
            <a:gdLst>
              <a:gd name="connsiteX0" fmla="*/ 2836724 w 6262141"/>
              <a:gd name="connsiteY0" fmla="*/ 775 h 4159686"/>
              <a:gd name="connsiteX1" fmla="*/ 3822188 w 6262141"/>
              <a:gd name="connsiteY1" fmla="*/ 22965 h 4159686"/>
              <a:gd name="connsiteX2" fmla="*/ 5982756 w 6262141"/>
              <a:gd name="connsiteY2" fmla="*/ 3706589 h 4159686"/>
              <a:gd name="connsiteX3" fmla="*/ 6262141 w 6262141"/>
              <a:gd name="connsiteY3" fmla="*/ 4159686 h 4159686"/>
              <a:gd name="connsiteX4" fmla="*/ 0 w 6262141"/>
              <a:gd name="connsiteY4" fmla="*/ 4159686 h 4159686"/>
              <a:gd name="connsiteX5" fmla="*/ 0 w 6262141"/>
              <a:gd name="connsiteY5" fmla="*/ 3700458 h 4159686"/>
              <a:gd name="connsiteX6" fmla="*/ 0 w 6262141"/>
              <a:gd name="connsiteY6" fmla="*/ 3329154 h 4159686"/>
              <a:gd name="connsiteX7" fmla="*/ 0 w 6262141"/>
              <a:gd name="connsiteY7" fmla="*/ 2944589 h 4159686"/>
              <a:gd name="connsiteX8" fmla="*/ 0 w 6262141"/>
              <a:gd name="connsiteY8" fmla="*/ 2546533 h 4159686"/>
              <a:gd name="connsiteX9" fmla="*/ 0 w 6262141"/>
              <a:gd name="connsiteY9" fmla="*/ 2134752 h 4159686"/>
              <a:gd name="connsiteX10" fmla="*/ 0 w 6262141"/>
              <a:gd name="connsiteY10" fmla="*/ 1709014 h 4159686"/>
              <a:gd name="connsiteX11" fmla="*/ 0 w 6262141"/>
              <a:gd name="connsiteY11" fmla="*/ 1269085 h 4159686"/>
              <a:gd name="connsiteX12" fmla="*/ 0 w 6262141"/>
              <a:gd name="connsiteY12" fmla="*/ 814735 h 4159686"/>
              <a:gd name="connsiteX13" fmla="*/ 0 w 6262141"/>
              <a:gd name="connsiteY13" fmla="*/ 345728 h 4159686"/>
              <a:gd name="connsiteX14" fmla="*/ 2836724 w 6262141"/>
              <a:gd name="connsiteY14" fmla="*/ 775 h 4159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62141" h="4159686">
                <a:moveTo>
                  <a:pt x="2836724" y="775"/>
                </a:moveTo>
                <a:cubicBezTo>
                  <a:pt x="3163345" y="-2587"/>
                  <a:pt x="3492318" y="5034"/>
                  <a:pt x="3822188" y="22965"/>
                </a:cubicBezTo>
                <a:cubicBezTo>
                  <a:pt x="4104550" y="1058496"/>
                  <a:pt x="5095168" y="2317803"/>
                  <a:pt x="5982756" y="3706589"/>
                </a:cubicBezTo>
                <a:lnTo>
                  <a:pt x="6262141" y="4159686"/>
                </a:lnTo>
                <a:lnTo>
                  <a:pt x="0" y="4159686"/>
                </a:lnTo>
                <a:lnTo>
                  <a:pt x="0" y="3700458"/>
                </a:lnTo>
                <a:lnTo>
                  <a:pt x="0" y="3329154"/>
                </a:lnTo>
                <a:lnTo>
                  <a:pt x="0" y="2944589"/>
                </a:lnTo>
                <a:lnTo>
                  <a:pt x="0" y="2546533"/>
                </a:lnTo>
                <a:lnTo>
                  <a:pt x="0" y="2134752"/>
                </a:lnTo>
                <a:lnTo>
                  <a:pt x="0" y="1709014"/>
                </a:lnTo>
                <a:lnTo>
                  <a:pt x="0" y="1269085"/>
                </a:lnTo>
                <a:lnTo>
                  <a:pt x="0" y="814735"/>
                </a:lnTo>
                <a:lnTo>
                  <a:pt x="0" y="345728"/>
                </a:lnTo>
                <a:cubicBezTo>
                  <a:pt x="898178" y="119794"/>
                  <a:pt x="1856863" y="10862"/>
                  <a:pt x="2836724" y="775"/>
                </a:cubicBezTo>
                <a:close/>
              </a:path>
            </a:pathLst>
          </a:custGeom>
          <a:solidFill>
            <a:srgbClr val="12AB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26" name="Text Placeholder 4"/>
          <p:cNvSpPr>
            <a:spLocks noGrp="1"/>
          </p:cNvSpPr>
          <p:nvPr>
            <p:ph type="body" sz="quarter" idx="14" hasCustomPrompt="1"/>
          </p:nvPr>
        </p:nvSpPr>
        <p:spPr>
          <a:xfrm>
            <a:off x="783129" y="5278426"/>
            <a:ext cx="3296647" cy="331986"/>
          </a:xfrm>
          <a:prstGeom prst="rect">
            <a:avLst/>
          </a:prstGeom>
          <a:noFill/>
        </p:spPr>
        <p:txBody>
          <a:bodyPr anchor="ctr">
            <a:noAutofit/>
          </a:bodyPr>
          <a:lstStyle>
            <a:lvl1pPr algn="l">
              <a:defRPr sz="1600" b="1">
                <a:solidFill>
                  <a:schemeClr val="accent2"/>
                </a:solidFill>
              </a:defRPr>
            </a:lvl1pPr>
            <a:lvl2pPr>
              <a:defRPr sz="1400"/>
            </a:lvl2pPr>
            <a:lvl3pPr>
              <a:defRPr sz="1200"/>
            </a:lvl3pPr>
            <a:lvl4pPr>
              <a:defRPr sz="1100"/>
            </a:lvl4pPr>
            <a:lvl5pPr>
              <a:defRPr sz="1100"/>
            </a:lvl5pPr>
          </a:lstStyle>
          <a:p>
            <a:pPr lvl="0"/>
            <a:r>
              <a:rPr lang="en-US"/>
              <a:t>Insert education </a:t>
            </a:r>
          </a:p>
        </p:txBody>
      </p:sp>
      <p:sp>
        <p:nvSpPr>
          <p:cNvPr id="23" name="Text Placeholder 4"/>
          <p:cNvSpPr>
            <a:spLocks noGrp="1"/>
          </p:cNvSpPr>
          <p:nvPr>
            <p:ph type="body" sz="quarter" idx="13" hasCustomPrompt="1"/>
          </p:nvPr>
        </p:nvSpPr>
        <p:spPr>
          <a:xfrm>
            <a:off x="783129" y="3916350"/>
            <a:ext cx="3296647" cy="412363"/>
          </a:xfrm>
          <a:prstGeom prst="rect">
            <a:avLst/>
          </a:prstGeom>
          <a:noFill/>
        </p:spPr>
        <p:txBody>
          <a:bodyPr anchor="ctr">
            <a:noAutofit/>
          </a:bodyPr>
          <a:lstStyle>
            <a:lvl1pPr algn="l">
              <a:defRPr sz="2000" b="1">
                <a:solidFill>
                  <a:schemeClr val="accent2"/>
                </a:solidFill>
              </a:defRPr>
            </a:lvl1pPr>
            <a:lvl2pPr>
              <a:defRPr sz="1400"/>
            </a:lvl2pPr>
            <a:lvl3pPr>
              <a:defRPr sz="1200"/>
            </a:lvl3pPr>
            <a:lvl4pPr>
              <a:defRPr sz="1100"/>
            </a:lvl4pPr>
            <a:lvl5pPr>
              <a:defRPr sz="1100"/>
            </a:lvl5pPr>
          </a:lstStyle>
          <a:p>
            <a:pPr lvl="0"/>
            <a:r>
              <a:rPr lang="en-US"/>
              <a:t>Insert Name</a:t>
            </a:r>
          </a:p>
        </p:txBody>
      </p:sp>
      <p:sp>
        <p:nvSpPr>
          <p:cNvPr id="24" name="Text Placeholder 7"/>
          <p:cNvSpPr>
            <a:spLocks noGrp="1"/>
          </p:cNvSpPr>
          <p:nvPr>
            <p:ph type="body" sz="quarter" idx="10" hasCustomPrompt="1"/>
          </p:nvPr>
        </p:nvSpPr>
        <p:spPr>
          <a:xfrm>
            <a:off x="782081" y="4344097"/>
            <a:ext cx="3304144" cy="894840"/>
          </a:xfrm>
          <a:prstGeom prst="rect">
            <a:avLst/>
          </a:prstGeom>
        </p:spPr>
        <p:txBody>
          <a:bodyPr>
            <a:noAutofit/>
          </a:bodyPr>
          <a:lstStyle>
            <a:lvl1pPr>
              <a:lnSpc>
                <a:spcPct val="1000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Insert text</a:t>
            </a:r>
          </a:p>
        </p:txBody>
      </p:sp>
      <p:sp>
        <p:nvSpPr>
          <p:cNvPr id="27" name="Text Placeholder 7"/>
          <p:cNvSpPr>
            <a:spLocks noGrp="1"/>
          </p:cNvSpPr>
          <p:nvPr>
            <p:ph type="body" sz="quarter" idx="15" hasCustomPrompt="1"/>
          </p:nvPr>
        </p:nvSpPr>
        <p:spPr>
          <a:xfrm>
            <a:off x="782081" y="5601397"/>
            <a:ext cx="3297695" cy="713864"/>
          </a:xfrm>
          <a:prstGeom prst="rect">
            <a:avLst/>
          </a:prstGeom>
        </p:spPr>
        <p:txBody>
          <a:bodyPr>
            <a:noAutofit/>
          </a:bodyPr>
          <a:lstStyle>
            <a:lvl1pPr>
              <a:lnSpc>
                <a:spcPct val="1000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Insert text</a:t>
            </a:r>
          </a:p>
        </p:txBody>
      </p:sp>
      <p:sp>
        <p:nvSpPr>
          <p:cNvPr id="13" name="Oval 20"/>
          <p:cNvSpPr/>
          <p:nvPr/>
        </p:nvSpPr>
        <p:spPr>
          <a:xfrm>
            <a:off x="1381192" y="1147034"/>
            <a:ext cx="2609222" cy="2465696"/>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1" fmla="*/ 0 w 3314252"/>
              <a:gd name="connsiteY0-2" fmla="*/ 1564410 h 3128820"/>
              <a:gd name="connsiteX1-3" fmla="*/ 1657126 w 3314252"/>
              <a:gd name="connsiteY1-4" fmla="*/ 0 h 3128820"/>
              <a:gd name="connsiteX2-5" fmla="*/ 3314252 w 3314252"/>
              <a:gd name="connsiteY2-6" fmla="*/ 1564410 h 3128820"/>
              <a:gd name="connsiteX3-7" fmla="*/ 1657126 w 3314252"/>
              <a:gd name="connsiteY3-8" fmla="*/ 3128820 h 3128820"/>
              <a:gd name="connsiteX4-9" fmla="*/ 0 w 3314252"/>
              <a:gd name="connsiteY4-10" fmla="*/ 1564410 h 3128820"/>
              <a:gd name="connsiteX0-11" fmla="*/ 0 w 3314252"/>
              <a:gd name="connsiteY0-12" fmla="*/ 1565821 h 3130231"/>
              <a:gd name="connsiteX1-13" fmla="*/ 1657126 w 3314252"/>
              <a:gd name="connsiteY1-14" fmla="*/ 1411 h 3130231"/>
              <a:gd name="connsiteX2-15" fmla="*/ 3314252 w 3314252"/>
              <a:gd name="connsiteY2-16" fmla="*/ 1565821 h 3130231"/>
              <a:gd name="connsiteX3-17" fmla="*/ 1657126 w 3314252"/>
              <a:gd name="connsiteY3-18" fmla="*/ 3130231 h 3130231"/>
              <a:gd name="connsiteX4-19" fmla="*/ 0 w 3314252"/>
              <a:gd name="connsiteY4-20" fmla="*/ 1565821 h 3130231"/>
              <a:gd name="connsiteX0-21" fmla="*/ 0 w 3314252"/>
              <a:gd name="connsiteY0-22" fmla="*/ 1567937 h 3132347"/>
              <a:gd name="connsiteX1-23" fmla="*/ 1657126 w 3314252"/>
              <a:gd name="connsiteY1-24" fmla="*/ 3527 h 3132347"/>
              <a:gd name="connsiteX2-25" fmla="*/ 3314252 w 3314252"/>
              <a:gd name="connsiteY2-26" fmla="*/ 1567937 h 3132347"/>
              <a:gd name="connsiteX3-27" fmla="*/ 1657126 w 3314252"/>
              <a:gd name="connsiteY3-28" fmla="*/ 3132347 h 3132347"/>
              <a:gd name="connsiteX4-29" fmla="*/ 0 w 3314252"/>
              <a:gd name="connsiteY4-30" fmla="*/ 1567937 h 3132347"/>
              <a:gd name="connsiteX0-31" fmla="*/ 0 w 3314252"/>
              <a:gd name="connsiteY0-32" fmla="*/ 1564505 h 3128915"/>
              <a:gd name="connsiteX1-33" fmla="*/ 1657126 w 3314252"/>
              <a:gd name="connsiteY1-34" fmla="*/ 95 h 3128915"/>
              <a:gd name="connsiteX2-35" fmla="*/ 3314252 w 3314252"/>
              <a:gd name="connsiteY2-36" fmla="*/ 1564505 h 3128915"/>
              <a:gd name="connsiteX3-37" fmla="*/ 1657126 w 3314252"/>
              <a:gd name="connsiteY3-38" fmla="*/ 3128915 h 3128915"/>
              <a:gd name="connsiteX4-39" fmla="*/ 0 w 3314252"/>
              <a:gd name="connsiteY4-40" fmla="*/ 1564505 h 3128915"/>
              <a:gd name="connsiteX0-41" fmla="*/ 0 w 3314252"/>
              <a:gd name="connsiteY0-42" fmla="*/ 1565503 h 3129913"/>
              <a:gd name="connsiteX1-43" fmla="*/ 1657126 w 3314252"/>
              <a:gd name="connsiteY1-44" fmla="*/ 1093 h 3129913"/>
              <a:gd name="connsiteX2-45" fmla="*/ 3314252 w 3314252"/>
              <a:gd name="connsiteY2-46" fmla="*/ 1565503 h 3129913"/>
              <a:gd name="connsiteX3-47" fmla="*/ 1657126 w 3314252"/>
              <a:gd name="connsiteY3-48" fmla="*/ 3129913 h 3129913"/>
              <a:gd name="connsiteX4-49" fmla="*/ 0 w 3314252"/>
              <a:gd name="connsiteY4-50" fmla="*/ 1565503 h 3129913"/>
              <a:gd name="connsiteX0-51" fmla="*/ 0 w 3314252"/>
              <a:gd name="connsiteY0-52" fmla="*/ 1564410 h 3128820"/>
              <a:gd name="connsiteX1-53" fmla="*/ 1657126 w 3314252"/>
              <a:gd name="connsiteY1-54" fmla="*/ 0 h 3128820"/>
              <a:gd name="connsiteX2-55" fmla="*/ 3314252 w 3314252"/>
              <a:gd name="connsiteY2-56" fmla="*/ 1564410 h 3128820"/>
              <a:gd name="connsiteX3-57" fmla="*/ 1657126 w 3314252"/>
              <a:gd name="connsiteY3-58" fmla="*/ 3128820 h 3128820"/>
              <a:gd name="connsiteX4-59" fmla="*/ 0 w 3314252"/>
              <a:gd name="connsiteY4-60" fmla="*/ 1564410 h 3128820"/>
              <a:gd name="connsiteX0-61" fmla="*/ 0 w 3314252"/>
              <a:gd name="connsiteY0-62" fmla="*/ 1564433 h 3128843"/>
              <a:gd name="connsiteX1-63" fmla="*/ 1657126 w 3314252"/>
              <a:gd name="connsiteY1-64" fmla="*/ 23 h 3128843"/>
              <a:gd name="connsiteX2-65" fmla="*/ 3314252 w 3314252"/>
              <a:gd name="connsiteY2-66" fmla="*/ 1564433 h 3128843"/>
              <a:gd name="connsiteX3-67" fmla="*/ 1657126 w 3314252"/>
              <a:gd name="connsiteY3-68" fmla="*/ 3128843 h 3128843"/>
              <a:gd name="connsiteX4-69" fmla="*/ 0 w 3314252"/>
              <a:gd name="connsiteY4-70" fmla="*/ 1564433 h 3128843"/>
              <a:gd name="connsiteX0-71" fmla="*/ 0 w 3314252"/>
              <a:gd name="connsiteY0-72" fmla="*/ 1564433 h 3129053"/>
              <a:gd name="connsiteX1-73" fmla="*/ 1657126 w 3314252"/>
              <a:gd name="connsiteY1-74" fmla="*/ 23 h 3129053"/>
              <a:gd name="connsiteX2-75" fmla="*/ 3314252 w 3314252"/>
              <a:gd name="connsiteY2-76" fmla="*/ 1564433 h 3129053"/>
              <a:gd name="connsiteX3-77" fmla="*/ 1657126 w 3314252"/>
              <a:gd name="connsiteY3-78" fmla="*/ 3128843 h 3129053"/>
              <a:gd name="connsiteX4-79" fmla="*/ 0 w 3314252"/>
              <a:gd name="connsiteY4-80" fmla="*/ 1564433 h 3129053"/>
              <a:gd name="connsiteX0-81" fmla="*/ 0 w 3314252"/>
              <a:gd name="connsiteY0-82" fmla="*/ 1564433 h 3131880"/>
              <a:gd name="connsiteX1-83" fmla="*/ 1657126 w 3314252"/>
              <a:gd name="connsiteY1-84" fmla="*/ 23 h 3131880"/>
              <a:gd name="connsiteX2-85" fmla="*/ 3314252 w 3314252"/>
              <a:gd name="connsiteY2-86" fmla="*/ 1564433 h 3131880"/>
              <a:gd name="connsiteX3-87" fmla="*/ 1657126 w 3314252"/>
              <a:gd name="connsiteY3-88" fmla="*/ 3128843 h 3131880"/>
              <a:gd name="connsiteX4-89" fmla="*/ 0 w 3314252"/>
              <a:gd name="connsiteY4-90" fmla="*/ 1564433 h 3131880"/>
              <a:gd name="connsiteX0-91" fmla="*/ 0 w 3314252"/>
              <a:gd name="connsiteY0-92" fmla="*/ 1564433 h 3131423"/>
              <a:gd name="connsiteX1-93" fmla="*/ 1657126 w 3314252"/>
              <a:gd name="connsiteY1-94" fmla="*/ 23 h 3131423"/>
              <a:gd name="connsiteX2-95" fmla="*/ 3314252 w 3314252"/>
              <a:gd name="connsiteY2-96" fmla="*/ 1564433 h 3131423"/>
              <a:gd name="connsiteX3-97" fmla="*/ 1657126 w 3314252"/>
              <a:gd name="connsiteY3-98" fmla="*/ 3128843 h 3131423"/>
              <a:gd name="connsiteX4-99" fmla="*/ 0 w 3314252"/>
              <a:gd name="connsiteY4-100" fmla="*/ 1564433 h 313142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95E6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27348" y="1815352"/>
            <a:ext cx="11700000" cy="446620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re 2"/>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2" name="Title 1"/>
          <p:cNvSpPr>
            <a:spLocks noGrp="1"/>
          </p:cNvSpPr>
          <p:nvPr>
            <p:ph type="title"/>
          </p:nvPr>
        </p:nvSpPr>
        <p:spPr>
          <a:xfrm>
            <a:off x="227349" y="0"/>
            <a:ext cx="11125236" cy="1104900"/>
          </a:xfrm>
        </p:spPr>
        <p:txBody>
          <a:bodyPr/>
          <a:lstStyle/>
          <a:p>
            <a:r>
              <a:rPr lang="en-US"/>
              <a:t>Click to edit Master title style</a:t>
            </a:r>
            <a:endParaRPr lang="en-GB"/>
          </a:p>
        </p:txBody>
      </p:sp>
      <p:sp>
        <p:nvSpPr>
          <p:cNvPr id="4" name="Text Placeholder 3"/>
          <p:cNvSpPr>
            <a:spLocks noGrp="1"/>
          </p:cNvSpPr>
          <p:nvPr>
            <p:ph type="body" sz="quarter" idx="10"/>
          </p:nvPr>
        </p:nvSpPr>
        <p:spPr>
          <a:xfrm>
            <a:off x="227348" y="1815351"/>
            <a:ext cx="11700000" cy="446620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227349" y="1148607"/>
            <a:ext cx="11700000" cy="504056"/>
          </a:xfrm>
          <a:prstGeom prst="rect">
            <a:avLst/>
          </a:prstGeom>
        </p:spPr>
        <p:txBody>
          <a:bodyPr/>
          <a:lstStyle>
            <a:lvl1pPr>
              <a:defRPr>
                <a:solidFill>
                  <a:schemeClr val="accent2"/>
                </a:solidFill>
              </a:defRPr>
            </a:lvl1pPr>
          </a:lstStyle>
          <a:p>
            <a:pPr lvl="0"/>
            <a:r>
              <a:rPr lang="en-US"/>
              <a:t>Click to edit Master subtitle styles</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p:cNvSpPr>
            <a:spLocks noGrp="1"/>
          </p:cNvSpPr>
          <p:nvPr>
            <p:ph type="body" sz="quarter" idx="10"/>
          </p:nvPr>
        </p:nvSpPr>
        <p:spPr>
          <a:xfrm>
            <a:off x="227349" y="2205319"/>
            <a:ext cx="5400000" cy="4076234"/>
          </a:xfrm>
          <a:prstGeom prst="rect">
            <a:avLst/>
          </a:prstGeom>
        </p:spPr>
        <p:txBody>
          <a:bodyPr>
            <a:noAutofit/>
          </a:bodyPr>
          <a:lstStyle>
            <a:lvl1pPr>
              <a:lnSpc>
                <a:spcPct val="100000"/>
              </a:lnSpc>
              <a:spcBef>
                <a:spcPts val="0"/>
              </a:spcBef>
              <a:defRPr sz="1600"/>
            </a:lvl1pPr>
            <a:lvl2pPr>
              <a:lnSpc>
                <a:spcPct val="100000"/>
              </a:lnSpc>
              <a:spcBef>
                <a:spcPts val="0"/>
              </a:spcBef>
              <a:defRPr sz="1600"/>
            </a:lvl2pPr>
            <a:lvl3pPr>
              <a:lnSpc>
                <a:spcPct val="100000"/>
              </a:lnSpc>
              <a:spcBef>
                <a:spcPts val="0"/>
              </a:spcBef>
              <a:defRPr sz="1600"/>
            </a:lvl3pPr>
            <a:lvl4pPr>
              <a:lnSpc>
                <a:spcPct val="100000"/>
              </a:lnSpc>
              <a:spcBef>
                <a:spcPts val="0"/>
              </a:spcBef>
              <a:defRPr sz="1600"/>
            </a:lvl4pPr>
            <a:lvl5pPr>
              <a:lnSpc>
                <a:spcPct val="100000"/>
              </a:lnSpc>
              <a:spcBef>
                <a:spcPts val="0"/>
              </a:spcBef>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p:cNvSpPr>
            <a:spLocks noGrp="1"/>
          </p:cNvSpPr>
          <p:nvPr>
            <p:ph type="body" sz="quarter" idx="12" hasCustomPrompt="1"/>
          </p:nvPr>
        </p:nvSpPr>
        <p:spPr>
          <a:xfrm>
            <a:off x="227349" y="1420989"/>
            <a:ext cx="5400000" cy="743987"/>
          </a:xfrm>
          <a:prstGeom prst="rect">
            <a:avLst/>
          </a:prstGeom>
        </p:spPr>
        <p:txBody>
          <a:bodyPr anchor="ctr" anchorCtr="0">
            <a:noAutofit/>
          </a:bodyPr>
          <a:lstStyle>
            <a:lvl1pPr>
              <a:lnSpc>
                <a:spcPct val="100000"/>
              </a:lnSpc>
              <a:defRPr sz="1800" b="1">
                <a:solidFill>
                  <a:srgbClr val="12ABDB"/>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p:cNvSpPr>
            <a:spLocks noGrp="1"/>
          </p:cNvSpPr>
          <p:nvPr>
            <p:ph type="body" sz="quarter" idx="13" hasCustomPrompt="1"/>
          </p:nvPr>
        </p:nvSpPr>
        <p:spPr>
          <a:xfrm>
            <a:off x="6474016" y="1420989"/>
            <a:ext cx="5400000" cy="743987"/>
          </a:xfrm>
          <a:prstGeom prst="rect">
            <a:avLst/>
          </a:prstGeom>
        </p:spPr>
        <p:txBody>
          <a:bodyPr anchor="ctr" anchorCtr="0">
            <a:noAutofit/>
          </a:bodyPr>
          <a:lstStyle>
            <a:lvl1pPr>
              <a:lnSpc>
                <a:spcPct val="100000"/>
              </a:lnSpc>
              <a:defRPr sz="1800" b="1">
                <a:solidFill>
                  <a:srgbClr val="12ABDB"/>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pic>
        <p:nvPicPr>
          <p:cNvPr id="10" name="Graphic 9"/>
          <p:cNvPicPr>
            <a:picLocks noChangeAspect="1"/>
          </p:cNvPicPr>
          <p:nvPr userDrawn="1"/>
        </p:nvPicPr>
        <p:blipFill rotWithShape="1">
          <a:blip r:embed="rId2" cstate="print">
            <a:extLst>
              <a:ext uri="{96DAC541-7B7A-43D3-8B79-37D633B846F1}">
                <asvg:svgBlip xmlns:asvg="http://schemas.microsoft.com/office/drawing/2016/SVG/main" r:embed="rId3"/>
              </a:ext>
            </a:extLst>
          </a:blip>
          <a:srcRect l="81836" t="-4713" b="16530"/>
          <a:stretch>
            <a:fillRect/>
          </a:stretch>
        </p:blipFill>
        <p:spPr>
          <a:xfrm>
            <a:off x="11491419" y="164829"/>
            <a:ext cx="424356" cy="459624"/>
          </a:xfrm>
          <a:prstGeom prst="rect">
            <a:avLst/>
          </a:prstGeom>
        </p:spPr>
      </p:pic>
      <p:sp>
        <p:nvSpPr>
          <p:cNvPr id="2" name="Titre 1"/>
          <p:cNvSpPr>
            <a:spLocks noGrp="1"/>
          </p:cNvSpPr>
          <p:nvPr>
            <p:ph type="title"/>
          </p:nvPr>
        </p:nvSpPr>
        <p:spPr>
          <a:xfrm>
            <a:off x="227349" y="0"/>
            <a:ext cx="11125236" cy="1104900"/>
          </a:xfrm>
        </p:spPr>
        <p:txBody>
          <a:bodyPr/>
          <a:lstStyle/>
          <a:p>
            <a:r>
              <a:rPr lang="en-US"/>
              <a:t>Click to edit Master title style</a:t>
            </a:r>
          </a:p>
        </p:txBody>
      </p:sp>
      <p:sp>
        <p:nvSpPr>
          <p:cNvPr id="16" name="Text Placeholder 7"/>
          <p:cNvSpPr>
            <a:spLocks noGrp="1"/>
          </p:cNvSpPr>
          <p:nvPr>
            <p:ph type="body" sz="quarter" idx="14"/>
          </p:nvPr>
        </p:nvSpPr>
        <p:spPr>
          <a:xfrm>
            <a:off x="6474016" y="2205319"/>
            <a:ext cx="5400000" cy="4076234"/>
          </a:xfrm>
          <a:prstGeom prst="rect">
            <a:avLst/>
          </a:prstGeom>
        </p:spPr>
        <p:txBody>
          <a:bodyPr>
            <a:noAutofit/>
          </a:bodyPr>
          <a:lstStyle>
            <a:lvl1pPr>
              <a:lnSpc>
                <a:spcPct val="100000"/>
              </a:lnSpc>
              <a:spcBef>
                <a:spcPts val="0"/>
              </a:spcBef>
              <a:defRPr sz="1600"/>
            </a:lvl1pPr>
            <a:lvl2pPr>
              <a:lnSpc>
                <a:spcPct val="100000"/>
              </a:lnSpc>
              <a:spcBef>
                <a:spcPts val="0"/>
              </a:spcBef>
              <a:defRPr sz="1600"/>
            </a:lvl2pPr>
            <a:lvl3pPr>
              <a:lnSpc>
                <a:spcPct val="100000"/>
              </a:lnSpc>
              <a:spcBef>
                <a:spcPts val="0"/>
              </a:spcBef>
              <a:defRPr sz="1600"/>
            </a:lvl3pPr>
            <a:lvl4pPr>
              <a:lnSpc>
                <a:spcPct val="100000"/>
              </a:lnSpc>
              <a:spcBef>
                <a:spcPts val="0"/>
              </a:spcBef>
              <a:defRPr sz="1600"/>
            </a:lvl4pPr>
            <a:lvl5pPr>
              <a:lnSpc>
                <a:spcPct val="100000"/>
              </a:lnSpc>
              <a:spcBef>
                <a:spcPts val="0"/>
              </a:spcBef>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Text Placeholder 7"/>
          <p:cNvSpPr>
            <a:spLocks noGrp="1"/>
          </p:cNvSpPr>
          <p:nvPr>
            <p:ph type="body" sz="quarter" idx="10"/>
          </p:nvPr>
        </p:nvSpPr>
        <p:spPr>
          <a:xfrm>
            <a:off x="227350"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p:cNvSpPr>
            <a:spLocks noGrp="1"/>
          </p:cNvSpPr>
          <p:nvPr>
            <p:ph type="body" sz="quarter" idx="12" hasCustomPrompt="1"/>
          </p:nvPr>
        </p:nvSpPr>
        <p:spPr>
          <a:xfrm>
            <a:off x="227350"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p:cNvSpPr>
            <a:spLocks noGrp="1"/>
          </p:cNvSpPr>
          <p:nvPr>
            <p:ph type="body" sz="quarter" idx="14"/>
          </p:nvPr>
        </p:nvSpPr>
        <p:spPr>
          <a:xfrm>
            <a:off x="4313358"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p:cNvSpPr>
            <a:spLocks noGrp="1"/>
          </p:cNvSpPr>
          <p:nvPr>
            <p:ph type="body" sz="quarter" idx="15" hasCustomPrompt="1"/>
          </p:nvPr>
        </p:nvSpPr>
        <p:spPr>
          <a:xfrm>
            <a:off x="4313358"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p:cNvSpPr>
            <a:spLocks noGrp="1"/>
          </p:cNvSpPr>
          <p:nvPr>
            <p:ph type="body" sz="quarter" idx="16"/>
          </p:nvPr>
        </p:nvSpPr>
        <p:spPr>
          <a:xfrm>
            <a:off x="8384125"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p:cNvSpPr>
            <a:spLocks noGrp="1"/>
          </p:cNvSpPr>
          <p:nvPr>
            <p:ph type="body" sz="quarter" idx="17" hasCustomPrompt="1"/>
          </p:nvPr>
        </p:nvSpPr>
        <p:spPr>
          <a:xfrm>
            <a:off x="8384125"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with numbering,  subtitle and content">
    <p:spTree>
      <p:nvGrpSpPr>
        <p:cNvPr id="1" name=""/>
        <p:cNvGrpSpPr/>
        <p:nvPr/>
      </p:nvGrpSpPr>
      <p:grpSpPr>
        <a:xfrm>
          <a:off x="0" y="0"/>
          <a:ext cx="0" cy="0"/>
          <a:chOff x="0" y="0"/>
          <a:chExt cx="0" cy="0"/>
        </a:xfrm>
      </p:grpSpPr>
      <p:graphicFrame>
        <p:nvGraphicFramePr>
          <p:cNvPr id="15" name="Object 14" hidden="1"/>
          <p:cNvGraphicFramePr>
            <a:graphicFrameLocks noChangeAspect="1"/>
          </p:cNvGraphicFramePr>
          <p:nvPr>
            <p:custDataLst>
              <p:tags r:id="rId2"/>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spid="_x0000_s23561" name="think-cell Slide" r:id="rId4" imgW="360" imgH="360" progId="">
                  <p:embed/>
                </p:oleObj>
              </mc:Choice>
              <mc:Fallback>
                <p:oleObj name="think-cell Slide" r:id="rId4" imgW="360" imgH="360" progId="">
                  <p:embed/>
                  <p:pic>
                    <p:nvPicPr>
                      <p:cNvPr id="0"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Rectangle 17"/>
          <p:cNvSpPr/>
          <p:nvPr userDrawn="1"/>
        </p:nvSpPr>
        <p:spPr>
          <a:xfrm>
            <a:off x="0" y="0"/>
            <a:ext cx="919998" cy="4286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510" name="Freeform 6"/>
          <p:cNvSpPr/>
          <p:nvPr userDrawn="1"/>
        </p:nvSpPr>
        <p:spPr bwMode="auto">
          <a:xfrm>
            <a:off x="0" y="0"/>
            <a:ext cx="919998" cy="1146174"/>
          </a:xfrm>
          <a:custGeom>
            <a:avLst/>
            <a:gdLst/>
            <a:ahLst/>
            <a:cxnLst>
              <a:cxn ang="0">
                <a:pos x="1681" y="25"/>
              </a:cxn>
              <a:cxn ang="0">
                <a:pos x="1655" y="0"/>
              </a:cxn>
              <a:cxn ang="0">
                <a:pos x="22" y="0"/>
              </a:cxn>
              <a:cxn ang="0">
                <a:pos x="0" y="23"/>
              </a:cxn>
              <a:cxn ang="0">
                <a:pos x="0" y="2095"/>
              </a:cxn>
              <a:cxn ang="0">
                <a:pos x="336" y="2085"/>
              </a:cxn>
              <a:cxn ang="0">
                <a:pos x="682" y="2056"/>
              </a:cxn>
              <a:cxn ang="0">
                <a:pos x="897" y="2032"/>
              </a:cxn>
              <a:cxn ang="0">
                <a:pos x="1082" y="2005"/>
              </a:cxn>
              <a:cxn ang="0">
                <a:pos x="1332" y="1960"/>
              </a:cxn>
              <a:cxn ang="0">
                <a:pos x="1567" y="1911"/>
              </a:cxn>
              <a:cxn ang="0">
                <a:pos x="1680" y="1883"/>
              </a:cxn>
              <a:cxn ang="0">
                <a:pos x="1681" y="25"/>
              </a:cxn>
            </a:cxnLst>
            <a:rect l="0" t="0" r="r" b="b"/>
            <a:pathLst>
              <a:path w="1681" h="2095">
                <a:moveTo>
                  <a:pt x="1681" y="25"/>
                </a:moveTo>
                <a:cubicBezTo>
                  <a:pt x="1681" y="3"/>
                  <a:pt x="1675" y="0"/>
                  <a:pt x="1655" y="0"/>
                </a:cubicBezTo>
                <a:cubicBezTo>
                  <a:pt x="1111" y="1"/>
                  <a:pt x="567" y="1"/>
                  <a:pt x="22" y="0"/>
                </a:cubicBezTo>
                <a:cubicBezTo>
                  <a:pt x="5" y="0"/>
                  <a:pt x="0" y="3"/>
                  <a:pt x="0" y="23"/>
                </a:cubicBezTo>
                <a:cubicBezTo>
                  <a:pt x="0" y="713"/>
                  <a:pt x="0" y="1404"/>
                  <a:pt x="0" y="2095"/>
                </a:cubicBezTo>
                <a:cubicBezTo>
                  <a:pt x="112" y="2091"/>
                  <a:pt x="224" y="2088"/>
                  <a:pt x="336" y="2085"/>
                </a:cubicBezTo>
                <a:cubicBezTo>
                  <a:pt x="452" y="2081"/>
                  <a:pt x="567" y="2068"/>
                  <a:pt x="682" y="2056"/>
                </a:cubicBezTo>
                <a:cubicBezTo>
                  <a:pt x="754" y="2049"/>
                  <a:pt x="826" y="2045"/>
                  <a:pt x="897" y="2032"/>
                </a:cubicBezTo>
                <a:cubicBezTo>
                  <a:pt x="958" y="2020"/>
                  <a:pt x="1021" y="2018"/>
                  <a:pt x="1082" y="2005"/>
                </a:cubicBezTo>
                <a:cubicBezTo>
                  <a:pt x="1165" y="1989"/>
                  <a:pt x="1249" y="1977"/>
                  <a:pt x="1332" y="1960"/>
                </a:cubicBezTo>
                <a:cubicBezTo>
                  <a:pt x="1410" y="1945"/>
                  <a:pt x="1489" y="1928"/>
                  <a:pt x="1567" y="1911"/>
                </a:cubicBezTo>
                <a:cubicBezTo>
                  <a:pt x="1605" y="1904"/>
                  <a:pt x="1643" y="1895"/>
                  <a:pt x="1680" y="1883"/>
                </a:cubicBezTo>
                <a:cubicBezTo>
                  <a:pt x="1680" y="1263"/>
                  <a:pt x="1680" y="644"/>
                  <a:pt x="1681" y="25"/>
                </a:cubicBezTo>
                <a:close/>
              </a:path>
            </a:pathLst>
          </a:custGeom>
          <a:solidFill>
            <a:schemeClr val="accent2"/>
          </a:solidFill>
          <a:ln w="9525">
            <a:noFill/>
            <a:round/>
          </a:ln>
        </p:spPr>
        <p:txBody>
          <a:bodyPr vert="horz" wrap="square" lIns="91440" tIns="45720" rIns="91440" bIns="45720" numCol="1" anchor="t" anchorCtr="0" compatLnSpc="1"/>
          <a:lstStyle/>
          <a:p>
            <a:endParaRPr lang="en-GB"/>
          </a:p>
        </p:txBody>
      </p:sp>
      <p:sp>
        <p:nvSpPr>
          <p:cNvPr id="2" name="Title 1"/>
          <p:cNvSpPr>
            <a:spLocks noGrp="1"/>
          </p:cNvSpPr>
          <p:nvPr>
            <p:ph type="title"/>
          </p:nvPr>
        </p:nvSpPr>
        <p:spPr>
          <a:xfrm>
            <a:off x="974872" y="0"/>
            <a:ext cx="10377711" cy="1104900"/>
          </a:xfrm>
        </p:spPr>
        <p:txBody>
          <a:bodyPr/>
          <a:lstStyle/>
          <a:p>
            <a:r>
              <a:rPr lang="en-US"/>
              <a:t>Click to edit Master title style</a:t>
            </a:r>
            <a:endParaRPr lang="en-GB"/>
          </a:p>
        </p:txBody>
      </p:sp>
      <p:sp>
        <p:nvSpPr>
          <p:cNvPr id="4" name="Text Placeholder 3"/>
          <p:cNvSpPr>
            <a:spLocks noGrp="1"/>
          </p:cNvSpPr>
          <p:nvPr>
            <p:ph type="body" sz="quarter" idx="10"/>
          </p:nvPr>
        </p:nvSpPr>
        <p:spPr>
          <a:xfrm>
            <a:off x="227347" y="1815351"/>
            <a:ext cx="11700000" cy="4467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974872" y="1148607"/>
            <a:ext cx="10940903" cy="504056"/>
          </a:xfrm>
          <a:prstGeom prst="rect">
            <a:avLst/>
          </a:prstGeom>
        </p:spPr>
        <p:txBody>
          <a:bodyPr/>
          <a:lstStyle>
            <a:lvl1pPr>
              <a:defRPr>
                <a:solidFill>
                  <a:schemeClr val="accent2"/>
                </a:solidFill>
              </a:defRPr>
            </a:lvl1pPr>
          </a:lstStyle>
          <a:p>
            <a:pPr lvl="0"/>
            <a:r>
              <a:rPr lang="en-US"/>
              <a:t>Click to edit Master subtitle styles</a:t>
            </a:r>
          </a:p>
        </p:txBody>
      </p:sp>
      <p:sp>
        <p:nvSpPr>
          <p:cNvPr id="17" name="Text Placeholder 16"/>
          <p:cNvSpPr>
            <a:spLocks noGrp="1"/>
          </p:cNvSpPr>
          <p:nvPr>
            <p:ph type="body" sz="quarter" idx="12" hasCustomPrompt="1"/>
          </p:nvPr>
        </p:nvSpPr>
        <p:spPr>
          <a:xfrm>
            <a:off x="0" y="48742"/>
            <a:ext cx="914400" cy="914400"/>
          </a:xfrm>
        </p:spPr>
        <p:txBody>
          <a:bodyPr anchor="ctr">
            <a:normAutofit/>
          </a:bodyPr>
          <a:lstStyle>
            <a:lvl1pPr marL="0" indent="0" algn="ctr" defTabSz="914400" rtl="0" eaLnBrk="1" latinLnBrk="0" hangingPunct="1">
              <a:lnSpc>
                <a:spcPct val="90000"/>
              </a:lnSpc>
              <a:spcBef>
                <a:spcPts val="1000"/>
              </a:spcBef>
              <a:buFont typeface="Arial" panose="020B0604020202020204" pitchFamily="34" charset="0"/>
              <a:buNone/>
              <a:defRPr lang="en-GB" sz="4000" kern="1200" dirty="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a:t>#</a:t>
            </a:r>
            <a:endParaRPr lang="en-GB"/>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spid="_x0000_s24585" name="think-cell Slide" r:id="rId4" imgW="360" imgH="360" progId="">
                  <p:embed/>
                </p:oleObj>
              </mc:Choice>
              <mc:Fallback>
                <p:oleObj name="think-cell Slide" r:id="rId4" imgW="360" imgH="360" progId="">
                  <p:embed/>
                  <p:pic>
                    <p:nvPicPr>
                      <p:cNvPr id="0"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p:txBody>
          <a:bodyPr/>
          <a:lstStyle/>
          <a:p>
            <a:r>
              <a:rPr lang="en-US"/>
              <a:t>Click to edit Master title style</a:t>
            </a:r>
            <a:endParaRPr lang="en-GB"/>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Single Profile">
    <p:spTree>
      <p:nvGrpSpPr>
        <p:cNvPr id="1" name=""/>
        <p:cNvGrpSpPr/>
        <p:nvPr/>
      </p:nvGrpSpPr>
      <p:grpSpPr>
        <a:xfrm>
          <a:off x="0" y="0"/>
          <a:ext cx="0" cy="0"/>
          <a:chOff x="0" y="0"/>
          <a:chExt cx="0" cy="0"/>
        </a:xfrm>
      </p:grpSpPr>
      <p:sp>
        <p:nvSpPr>
          <p:cNvPr id="12" name="Freeform: Shape 11"/>
          <p:cNvSpPr/>
          <p:nvPr userDrawn="1"/>
        </p:nvSpPr>
        <p:spPr>
          <a:xfrm flipV="1">
            <a:off x="1" y="0"/>
            <a:ext cx="5204012" cy="3119718"/>
          </a:xfrm>
          <a:custGeom>
            <a:avLst/>
            <a:gdLst>
              <a:gd name="connsiteX0" fmla="*/ 2836724 w 6262141"/>
              <a:gd name="connsiteY0" fmla="*/ 775 h 4159686"/>
              <a:gd name="connsiteX1" fmla="*/ 3822188 w 6262141"/>
              <a:gd name="connsiteY1" fmla="*/ 22965 h 4159686"/>
              <a:gd name="connsiteX2" fmla="*/ 5982756 w 6262141"/>
              <a:gd name="connsiteY2" fmla="*/ 3706589 h 4159686"/>
              <a:gd name="connsiteX3" fmla="*/ 6262141 w 6262141"/>
              <a:gd name="connsiteY3" fmla="*/ 4159686 h 4159686"/>
              <a:gd name="connsiteX4" fmla="*/ 0 w 6262141"/>
              <a:gd name="connsiteY4" fmla="*/ 4159686 h 4159686"/>
              <a:gd name="connsiteX5" fmla="*/ 0 w 6262141"/>
              <a:gd name="connsiteY5" fmla="*/ 3700458 h 4159686"/>
              <a:gd name="connsiteX6" fmla="*/ 0 w 6262141"/>
              <a:gd name="connsiteY6" fmla="*/ 3329154 h 4159686"/>
              <a:gd name="connsiteX7" fmla="*/ 0 w 6262141"/>
              <a:gd name="connsiteY7" fmla="*/ 2944589 h 4159686"/>
              <a:gd name="connsiteX8" fmla="*/ 0 w 6262141"/>
              <a:gd name="connsiteY8" fmla="*/ 2546533 h 4159686"/>
              <a:gd name="connsiteX9" fmla="*/ 0 w 6262141"/>
              <a:gd name="connsiteY9" fmla="*/ 2134752 h 4159686"/>
              <a:gd name="connsiteX10" fmla="*/ 0 w 6262141"/>
              <a:gd name="connsiteY10" fmla="*/ 1709014 h 4159686"/>
              <a:gd name="connsiteX11" fmla="*/ 0 w 6262141"/>
              <a:gd name="connsiteY11" fmla="*/ 1269085 h 4159686"/>
              <a:gd name="connsiteX12" fmla="*/ 0 w 6262141"/>
              <a:gd name="connsiteY12" fmla="*/ 814735 h 4159686"/>
              <a:gd name="connsiteX13" fmla="*/ 0 w 6262141"/>
              <a:gd name="connsiteY13" fmla="*/ 345728 h 4159686"/>
              <a:gd name="connsiteX14" fmla="*/ 2836724 w 6262141"/>
              <a:gd name="connsiteY14" fmla="*/ 775 h 4159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62141" h="4159686">
                <a:moveTo>
                  <a:pt x="2836724" y="775"/>
                </a:moveTo>
                <a:cubicBezTo>
                  <a:pt x="3163345" y="-2587"/>
                  <a:pt x="3492318" y="5034"/>
                  <a:pt x="3822188" y="22965"/>
                </a:cubicBezTo>
                <a:cubicBezTo>
                  <a:pt x="4104550" y="1058496"/>
                  <a:pt x="5095168" y="2317803"/>
                  <a:pt x="5982756" y="3706589"/>
                </a:cubicBezTo>
                <a:lnTo>
                  <a:pt x="6262141" y="4159686"/>
                </a:lnTo>
                <a:lnTo>
                  <a:pt x="0" y="4159686"/>
                </a:lnTo>
                <a:lnTo>
                  <a:pt x="0" y="3700458"/>
                </a:lnTo>
                <a:lnTo>
                  <a:pt x="0" y="3329154"/>
                </a:lnTo>
                <a:lnTo>
                  <a:pt x="0" y="2944589"/>
                </a:lnTo>
                <a:lnTo>
                  <a:pt x="0" y="2546533"/>
                </a:lnTo>
                <a:lnTo>
                  <a:pt x="0" y="2134752"/>
                </a:lnTo>
                <a:lnTo>
                  <a:pt x="0" y="1709014"/>
                </a:lnTo>
                <a:lnTo>
                  <a:pt x="0" y="1269085"/>
                </a:lnTo>
                <a:lnTo>
                  <a:pt x="0" y="814735"/>
                </a:lnTo>
                <a:lnTo>
                  <a:pt x="0" y="345728"/>
                </a:lnTo>
                <a:cubicBezTo>
                  <a:pt x="898178" y="119794"/>
                  <a:pt x="1856863" y="10862"/>
                  <a:pt x="2836724" y="775"/>
                </a:cubicBezTo>
                <a:close/>
              </a:path>
            </a:pathLst>
          </a:custGeom>
          <a:solidFill>
            <a:srgbClr val="12AB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26" name="Text Placeholder 4"/>
          <p:cNvSpPr>
            <a:spLocks noGrp="1"/>
          </p:cNvSpPr>
          <p:nvPr>
            <p:ph type="body" sz="quarter" idx="14" hasCustomPrompt="1"/>
          </p:nvPr>
        </p:nvSpPr>
        <p:spPr>
          <a:xfrm>
            <a:off x="783129" y="5278426"/>
            <a:ext cx="3296647" cy="331986"/>
          </a:xfrm>
          <a:prstGeom prst="rect">
            <a:avLst/>
          </a:prstGeom>
          <a:noFill/>
        </p:spPr>
        <p:txBody>
          <a:bodyPr anchor="ctr">
            <a:noAutofit/>
          </a:bodyPr>
          <a:lstStyle>
            <a:lvl1pPr algn="l">
              <a:defRPr sz="1600" b="1">
                <a:solidFill>
                  <a:schemeClr val="accent2"/>
                </a:solidFill>
              </a:defRPr>
            </a:lvl1pPr>
            <a:lvl2pPr>
              <a:defRPr sz="1400"/>
            </a:lvl2pPr>
            <a:lvl3pPr>
              <a:defRPr sz="1200"/>
            </a:lvl3pPr>
            <a:lvl4pPr>
              <a:defRPr sz="1100"/>
            </a:lvl4pPr>
            <a:lvl5pPr>
              <a:defRPr sz="1100"/>
            </a:lvl5pPr>
          </a:lstStyle>
          <a:p>
            <a:pPr lvl="0"/>
            <a:r>
              <a:rPr lang="en-US"/>
              <a:t>Insert education </a:t>
            </a:r>
          </a:p>
        </p:txBody>
      </p:sp>
      <p:sp>
        <p:nvSpPr>
          <p:cNvPr id="23" name="Text Placeholder 4"/>
          <p:cNvSpPr>
            <a:spLocks noGrp="1"/>
          </p:cNvSpPr>
          <p:nvPr>
            <p:ph type="body" sz="quarter" idx="13" hasCustomPrompt="1"/>
          </p:nvPr>
        </p:nvSpPr>
        <p:spPr>
          <a:xfrm>
            <a:off x="783129" y="3916350"/>
            <a:ext cx="3296647" cy="412363"/>
          </a:xfrm>
          <a:prstGeom prst="rect">
            <a:avLst/>
          </a:prstGeom>
          <a:noFill/>
        </p:spPr>
        <p:txBody>
          <a:bodyPr anchor="ctr">
            <a:noAutofit/>
          </a:bodyPr>
          <a:lstStyle>
            <a:lvl1pPr algn="l">
              <a:defRPr sz="2000" b="1">
                <a:solidFill>
                  <a:schemeClr val="accent2"/>
                </a:solidFill>
              </a:defRPr>
            </a:lvl1pPr>
            <a:lvl2pPr>
              <a:defRPr sz="1400"/>
            </a:lvl2pPr>
            <a:lvl3pPr>
              <a:defRPr sz="1200"/>
            </a:lvl3pPr>
            <a:lvl4pPr>
              <a:defRPr sz="1100"/>
            </a:lvl4pPr>
            <a:lvl5pPr>
              <a:defRPr sz="1100"/>
            </a:lvl5pPr>
          </a:lstStyle>
          <a:p>
            <a:pPr lvl="0"/>
            <a:r>
              <a:rPr lang="en-US"/>
              <a:t>Insert Name</a:t>
            </a:r>
          </a:p>
        </p:txBody>
      </p:sp>
      <p:sp>
        <p:nvSpPr>
          <p:cNvPr id="24" name="Text Placeholder 7"/>
          <p:cNvSpPr>
            <a:spLocks noGrp="1"/>
          </p:cNvSpPr>
          <p:nvPr>
            <p:ph type="body" sz="quarter" idx="10" hasCustomPrompt="1"/>
          </p:nvPr>
        </p:nvSpPr>
        <p:spPr>
          <a:xfrm>
            <a:off x="782081" y="4344097"/>
            <a:ext cx="3304144" cy="894840"/>
          </a:xfrm>
          <a:prstGeom prst="rect">
            <a:avLst/>
          </a:prstGeom>
        </p:spPr>
        <p:txBody>
          <a:bodyPr>
            <a:noAutofit/>
          </a:bodyPr>
          <a:lstStyle>
            <a:lvl1pPr>
              <a:lnSpc>
                <a:spcPct val="1000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Insert text</a:t>
            </a:r>
          </a:p>
        </p:txBody>
      </p:sp>
      <p:sp>
        <p:nvSpPr>
          <p:cNvPr id="27" name="Text Placeholder 7"/>
          <p:cNvSpPr>
            <a:spLocks noGrp="1"/>
          </p:cNvSpPr>
          <p:nvPr>
            <p:ph type="body" sz="quarter" idx="15" hasCustomPrompt="1"/>
          </p:nvPr>
        </p:nvSpPr>
        <p:spPr>
          <a:xfrm>
            <a:off x="782081" y="5601397"/>
            <a:ext cx="3297695" cy="713864"/>
          </a:xfrm>
          <a:prstGeom prst="rect">
            <a:avLst/>
          </a:prstGeom>
        </p:spPr>
        <p:txBody>
          <a:bodyPr>
            <a:noAutofit/>
          </a:bodyPr>
          <a:lstStyle>
            <a:lvl1pPr>
              <a:lnSpc>
                <a:spcPct val="1000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Insert text</a:t>
            </a:r>
          </a:p>
        </p:txBody>
      </p:sp>
      <p:sp>
        <p:nvSpPr>
          <p:cNvPr id="13" name="Oval 20"/>
          <p:cNvSpPr/>
          <p:nvPr userDrawn="1"/>
        </p:nvSpPr>
        <p:spPr>
          <a:xfrm>
            <a:off x="1381192" y="1147034"/>
            <a:ext cx="2609222" cy="2465696"/>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1" fmla="*/ 0 w 3314252"/>
              <a:gd name="connsiteY0-2" fmla="*/ 1564410 h 3128820"/>
              <a:gd name="connsiteX1-3" fmla="*/ 1657126 w 3314252"/>
              <a:gd name="connsiteY1-4" fmla="*/ 0 h 3128820"/>
              <a:gd name="connsiteX2-5" fmla="*/ 3314252 w 3314252"/>
              <a:gd name="connsiteY2-6" fmla="*/ 1564410 h 3128820"/>
              <a:gd name="connsiteX3-7" fmla="*/ 1657126 w 3314252"/>
              <a:gd name="connsiteY3-8" fmla="*/ 3128820 h 3128820"/>
              <a:gd name="connsiteX4-9" fmla="*/ 0 w 3314252"/>
              <a:gd name="connsiteY4-10" fmla="*/ 1564410 h 3128820"/>
              <a:gd name="connsiteX0-11" fmla="*/ 0 w 3314252"/>
              <a:gd name="connsiteY0-12" fmla="*/ 1565821 h 3130231"/>
              <a:gd name="connsiteX1-13" fmla="*/ 1657126 w 3314252"/>
              <a:gd name="connsiteY1-14" fmla="*/ 1411 h 3130231"/>
              <a:gd name="connsiteX2-15" fmla="*/ 3314252 w 3314252"/>
              <a:gd name="connsiteY2-16" fmla="*/ 1565821 h 3130231"/>
              <a:gd name="connsiteX3-17" fmla="*/ 1657126 w 3314252"/>
              <a:gd name="connsiteY3-18" fmla="*/ 3130231 h 3130231"/>
              <a:gd name="connsiteX4-19" fmla="*/ 0 w 3314252"/>
              <a:gd name="connsiteY4-20" fmla="*/ 1565821 h 3130231"/>
              <a:gd name="connsiteX0-21" fmla="*/ 0 w 3314252"/>
              <a:gd name="connsiteY0-22" fmla="*/ 1567937 h 3132347"/>
              <a:gd name="connsiteX1-23" fmla="*/ 1657126 w 3314252"/>
              <a:gd name="connsiteY1-24" fmla="*/ 3527 h 3132347"/>
              <a:gd name="connsiteX2-25" fmla="*/ 3314252 w 3314252"/>
              <a:gd name="connsiteY2-26" fmla="*/ 1567937 h 3132347"/>
              <a:gd name="connsiteX3-27" fmla="*/ 1657126 w 3314252"/>
              <a:gd name="connsiteY3-28" fmla="*/ 3132347 h 3132347"/>
              <a:gd name="connsiteX4-29" fmla="*/ 0 w 3314252"/>
              <a:gd name="connsiteY4-30" fmla="*/ 1567937 h 3132347"/>
              <a:gd name="connsiteX0-31" fmla="*/ 0 w 3314252"/>
              <a:gd name="connsiteY0-32" fmla="*/ 1564505 h 3128915"/>
              <a:gd name="connsiteX1-33" fmla="*/ 1657126 w 3314252"/>
              <a:gd name="connsiteY1-34" fmla="*/ 95 h 3128915"/>
              <a:gd name="connsiteX2-35" fmla="*/ 3314252 w 3314252"/>
              <a:gd name="connsiteY2-36" fmla="*/ 1564505 h 3128915"/>
              <a:gd name="connsiteX3-37" fmla="*/ 1657126 w 3314252"/>
              <a:gd name="connsiteY3-38" fmla="*/ 3128915 h 3128915"/>
              <a:gd name="connsiteX4-39" fmla="*/ 0 w 3314252"/>
              <a:gd name="connsiteY4-40" fmla="*/ 1564505 h 3128915"/>
              <a:gd name="connsiteX0-41" fmla="*/ 0 w 3314252"/>
              <a:gd name="connsiteY0-42" fmla="*/ 1565503 h 3129913"/>
              <a:gd name="connsiteX1-43" fmla="*/ 1657126 w 3314252"/>
              <a:gd name="connsiteY1-44" fmla="*/ 1093 h 3129913"/>
              <a:gd name="connsiteX2-45" fmla="*/ 3314252 w 3314252"/>
              <a:gd name="connsiteY2-46" fmla="*/ 1565503 h 3129913"/>
              <a:gd name="connsiteX3-47" fmla="*/ 1657126 w 3314252"/>
              <a:gd name="connsiteY3-48" fmla="*/ 3129913 h 3129913"/>
              <a:gd name="connsiteX4-49" fmla="*/ 0 w 3314252"/>
              <a:gd name="connsiteY4-50" fmla="*/ 1565503 h 3129913"/>
              <a:gd name="connsiteX0-51" fmla="*/ 0 w 3314252"/>
              <a:gd name="connsiteY0-52" fmla="*/ 1564410 h 3128820"/>
              <a:gd name="connsiteX1-53" fmla="*/ 1657126 w 3314252"/>
              <a:gd name="connsiteY1-54" fmla="*/ 0 h 3128820"/>
              <a:gd name="connsiteX2-55" fmla="*/ 3314252 w 3314252"/>
              <a:gd name="connsiteY2-56" fmla="*/ 1564410 h 3128820"/>
              <a:gd name="connsiteX3-57" fmla="*/ 1657126 w 3314252"/>
              <a:gd name="connsiteY3-58" fmla="*/ 3128820 h 3128820"/>
              <a:gd name="connsiteX4-59" fmla="*/ 0 w 3314252"/>
              <a:gd name="connsiteY4-60" fmla="*/ 1564410 h 3128820"/>
              <a:gd name="connsiteX0-61" fmla="*/ 0 w 3314252"/>
              <a:gd name="connsiteY0-62" fmla="*/ 1564433 h 3128843"/>
              <a:gd name="connsiteX1-63" fmla="*/ 1657126 w 3314252"/>
              <a:gd name="connsiteY1-64" fmla="*/ 23 h 3128843"/>
              <a:gd name="connsiteX2-65" fmla="*/ 3314252 w 3314252"/>
              <a:gd name="connsiteY2-66" fmla="*/ 1564433 h 3128843"/>
              <a:gd name="connsiteX3-67" fmla="*/ 1657126 w 3314252"/>
              <a:gd name="connsiteY3-68" fmla="*/ 3128843 h 3128843"/>
              <a:gd name="connsiteX4-69" fmla="*/ 0 w 3314252"/>
              <a:gd name="connsiteY4-70" fmla="*/ 1564433 h 3128843"/>
              <a:gd name="connsiteX0-71" fmla="*/ 0 w 3314252"/>
              <a:gd name="connsiteY0-72" fmla="*/ 1564433 h 3129053"/>
              <a:gd name="connsiteX1-73" fmla="*/ 1657126 w 3314252"/>
              <a:gd name="connsiteY1-74" fmla="*/ 23 h 3129053"/>
              <a:gd name="connsiteX2-75" fmla="*/ 3314252 w 3314252"/>
              <a:gd name="connsiteY2-76" fmla="*/ 1564433 h 3129053"/>
              <a:gd name="connsiteX3-77" fmla="*/ 1657126 w 3314252"/>
              <a:gd name="connsiteY3-78" fmla="*/ 3128843 h 3129053"/>
              <a:gd name="connsiteX4-79" fmla="*/ 0 w 3314252"/>
              <a:gd name="connsiteY4-80" fmla="*/ 1564433 h 3129053"/>
              <a:gd name="connsiteX0-81" fmla="*/ 0 w 3314252"/>
              <a:gd name="connsiteY0-82" fmla="*/ 1564433 h 3131880"/>
              <a:gd name="connsiteX1-83" fmla="*/ 1657126 w 3314252"/>
              <a:gd name="connsiteY1-84" fmla="*/ 23 h 3131880"/>
              <a:gd name="connsiteX2-85" fmla="*/ 3314252 w 3314252"/>
              <a:gd name="connsiteY2-86" fmla="*/ 1564433 h 3131880"/>
              <a:gd name="connsiteX3-87" fmla="*/ 1657126 w 3314252"/>
              <a:gd name="connsiteY3-88" fmla="*/ 3128843 h 3131880"/>
              <a:gd name="connsiteX4-89" fmla="*/ 0 w 3314252"/>
              <a:gd name="connsiteY4-90" fmla="*/ 1564433 h 3131880"/>
              <a:gd name="connsiteX0-91" fmla="*/ 0 w 3314252"/>
              <a:gd name="connsiteY0-92" fmla="*/ 1564433 h 3131423"/>
              <a:gd name="connsiteX1-93" fmla="*/ 1657126 w 3314252"/>
              <a:gd name="connsiteY1-94" fmla="*/ 23 h 3131423"/>
              <a:gd name="connsiteX2-95" fmla="*/ 3314252 w 3314252"/>
              <a:gd name="connsiteY2-96" fmla="*/ 1564433 h 3131423"/>
              <a:gd name="connsiteX3-97" fmla="*/ 1657126 w 3314252"/>
              <a:gd name="connsiteY3-98" fmla="*/ 3128843 h 3131423"/>
              <a:gd name="connsiteX4-99" fmla="*/ 0 w 3314252"/>
              <a:gd name="connsiteY4-100" fmla="*/ 1564433 h 313142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95E6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Closing1">
    <p:spTree>
      <p:nvGrpSpPr>
        <p:cNvPr id="1" name=""/>
        <p:cNvGrpSpPr/>
        <p:nvPr/>
      </p:nvGrpSpPr>
      <p:grpSpPr>
        <a:xfrm>
          <a:off x="0" y="0"/>
          <a:ext cx="0" cy="0"/>
          <a:chOff x="0" y="0"/>
          <a:chExt cx="0" cy="0"/>
        </a:xfrm>
      </p:grpSpPr>
      <p:sp>
        <p:nvSpPr>
          <p:cNvPr id="7" name="Rectangle 6"/>
          <p:cNvSpPr/>
          <p:nvPr userDrawn="1"/>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5"/>
          <p:cNvSpPr/>
          <p:nvPr userDrawn="1"/>
        </p:nvSpPr>
        <p:spPr bwMode="auto">
          <a:xfrm>
            <a:off x="-1243012" y="-2656920"/>
            <a:ext cx="10768012" cy="11443496"/>
          </a:xfrm>
          <a:custGeom>
            <a:avLst/>
            <a:gdLst>
              <a:gd name="T0" fmla="*/ 854 w 3407"/>
              <a:gd name="T1" fmla="*/ 0 h 3621"/>
              <a:gd name="T2" fmla="*/ 0 w 3407"/>
              <a:gd name="T3" fmla="*/ 0 h 3621"/>
              <a:gd name="T4" fmla="*/ 0 w 3407"/>
              <a:gd name="T5" fmla="*/ 3621 h 3621"/>
              <a:gd name="T6" fmla="*/ 3407 w 3407"/>
              <a:gd name="T7" fmla="*/ 3621 h 3621"/>
              <a:gd name="T8" fmla="*/ 3407 w 3407"/>
              <a:gd name="T9" fmla="*/ 3617 h 3621"/>
              <a:gd name="T10" fmla="*/ 179 w 3407"/>
              <a:gd name="T11" fmla="*/ 3617 h 3621"/>
              <a:gd name="T12" fmla="*/ 2096 w 3407"/>
              <a:gd name="T13" fmla="*/ 1606 h 3621"/>
              <a:gd name="T14" fmla="*/ 854 w 3407"/>
              <a:gd name="T15" fmla="*/ 0 h 36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407" h="3621">
                <a:moveTo>
                  <a:pt x="854" y="0"/>
                </a:moveTo>
                <a:cubicBezTo>
                  <a:pt x="0" y="0"/>
                  <a:pt x="0" y="0"/>
                  <a:pt x="0" y="0"/>
                </a:cubicBezTo>
                <a:cubicBezTo>
                  <a:pt x="0" y="3621"/>
                  <a:pt x="0" y="3621"/>
                  <a:pt x="0" y="3621"/>
                </a:cubicBezTo>
                <a:cubicBezTo>
                  <a:pt x="3407" y="3621"/>
                  <a:pt x="3407" y="3621"/>
                  <a:pt x="3407" y="3621"/>
                </a:cubicBezTo>
                <a:cubicBezTo>
                  <a:pt x="3407" y="3617"/>
                  <a:pt x="3407" y="3617"/>
                  <a:pt x="3407" y="3617"/>
                </a:cubicBezTo>
                <a:cubicBezTo>
                  <a:pt x="179" y="3617"/>
                  <a:pt x="179" y="3617"/>
                  <a:pt x="179" y="3617"/>
                </a:cubicBezTo>
                <a:cubicBezTo>
                  <a:pt x="2551" y="2996"/>
                  <a:pt x="2421" y="1729"/>
                  <a:pt x="2096" y="1606"/>
                </a:cubicBezTo>
                <a:cubicBezTo>
                  <a:pt x="2281" y="2130"/>
                  <a:pt x="865" y="1627"/>
                  <a:pt x="854" y="0"/>
                </a:cubicBezTo>
              </a:path>
            </a:pathLst>
          </a:custGeom>
          <a:solidFill>
            <a:srgbClr val="300B4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grpSp>
        <p:nvGrpSpPr>
          <p:cNvPr id="9" name="Group 8"/>
          <p:cNvGrpSpPr/>
          <p:nvPr userDrawn="1"/>
        </p:nvGrpSpPr>
        <p:grpSpPr>
          <a:xfrm>
            <a:off x="4979035" y="2404110"/>
            <a:ext cx="735013" cy="682321"/>
            <a:chOff x="5662614" y="3032124"/>
            <a:chExt cx="863600" cy="801689"/>
          </a:xfrm>
        </p:grpSpPr>
        <p:sp>
          <p:nvSpPr>
            <p:cNvPr id="10" name="Freeform 9"/>
            <p:cNvSpPr/>
            <p:nvPr/>
          </p:nvSpPr>
          <p:spPr bwMode="auto">
            <a:xfrm>
              <a:off x="5959476" y="3368675"/>
              <a:ext cx="566738" cy="465138"/>
            </a:xfrm>
            <a:custGeom>
              <a:avLst/>
              <a:gdLst>
                <a:gd name="T0" fmla="*/ 99 w 149"/>
                <a:gd name="T1" fmla="*/ 85 h 122"/>
                <a:gd name="T2" fmla="*/ 149 w 149"/>
                <a:gd name="T3" fmla="*/ 34 h 122"/>
                <a:gd name="T4" fmla="*/ 112 w 149"/>
                <a:gd name="T5" fmla="*/ 0 h 122"/>
                <a:gd name="T6" fmla="*/ 39 w 149"/>
                <a:gd name="T7" fmla="*/ 78 h 122"/>
                <a:gd name="T8" fmla="*/ 0 w 149"/>
                <a:gd name="T9" fmla="*/ 114 h 122"/>
                <a:gd name="T10" fmla="*/ 29 w 149"/>
                <a:gd name="T11" fmla="*/ 122 h 122"/>
                <a:gd name="T12" fmla="*/ 99 w 149"/>
                <a:gd name="T13" fmla="*/ 99 h 122"/>
                <a:gd name="T14" fmla="*/ 64 w 149"/>
                <a:gd name="T15" fmla="*/ 68 h 122"/>
                <a:gd name="T16" fmla="*/ 99 w 149"/>
                <a:gd name="T17" fmla="*/ 85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9" h="122">
                  <a:moveTo>
                    <a:pt x="99" y="85"/>
                  </a:moveTo>
                  <a:cubicBezTo>
                    <a:pt x="127" y="85"/>
                    <a:pt x="149" y="62"/>
                    <a:pt x="149" y="34"/>
                  </a:cubicBezTo>
                  <a:cubicBezTo>
                    <a:pt x="147" y="22"/>
                    <a:pt x="143" y="0"/>
                    <a:pt x="112" y="0"/>
                  </a:cubicBezTo>
                  <a:cubicBezTo>
                    <a:pt x="78" y="0"/>
                    <a:pt x="67" y="48"/>
                    <a:pt x="39" y="78"/>
                  </a:cubicBezTo>
                  <a:cubicBezTo>
                    <a:pt x="37" y="96"/>
                    <a:pt x="20" y="111"/>
                    <a:pt x="0" y="114"/>
                  </a:cubicBezTo>
                  <a:cubicBezTo>
                    <a:pt x="5" y="119"/>
                    <a:pt x="16" y="122"/>
                    <a:pt x="29" y="122"/>
                  </a:cubicBezTo>
                  <a:cubicBezTo>
                    <a:pt x="54" y="122"/>
                    <a:pt x="84" y="115"/>
                    <a:pt x="99" y="99"/>
                  </a:cubicBezTo>
                  <a:cubicBezTo>
                    <a:pt x="78" y="100"/>
                    <a:pt x="65" y="86"/>
                    <a:pt x="64" y="68"/>
                  </a:cubicBezTo>
                  <a:cubicBezTo>
                    <a:pt x="74" y="80"/>
                    <a:pt x="85" y="85"/>
                    <a:pt x="99" y="85"/>
                  </a:cubicBezTo>
                </a:path>
              </a:pathLst>
            </a:custGeom>
            <a:solidFill>
              <a:srgbClr val="00B0D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13" name="Freeform 12"/>
            <p:cNvSpPr/>
            <p:nvPr/>
          </p:nvSpPr>
          <p:spPr bwMode="auto">
            <a:xfrm>
              <a:off x="5662614" y="3032124"/>
              <a:ext cx="863600" cy="736599"/>
            </a:xfrm>
            <a:custGeom>
              <a:avLst/>
              <a:gdLst>
                <a:gd name="T0" fmla="*/ 227 w 227"/>
                <a:gd name="T1" fmla="*/ 120 h 193"/>
                <a:gd name="T2" fmla="*/ 188 w 227"/>
                <a:gd name="T3" fmla="*/ 40 h 193"/>
                <a:gd name="T4" fmla="*/ 127 w 227"/>
                <a:gd name="T5" fmla="*/ 3 h 193"/>
                <a:gd name="T6" fmla="*/ 122 w 227"/>
                <a:gd name="T7" fmla="*/ 0 h 193"/>
                <a:gd name="T8" fmla="*/ 122 w 227"/>
                <a:gd name="T9" fmla="*/ 0 h 193"/>
                <a:gd name="T10" fmla="*/ 0 w 227"/>
                <a:gd name="T11" fmla="*/ 125 h 193"/>
                <a:gd name="T12" fmla="*/ 42 w 227"/>
                <a:gd name="T13" fmla="*/ 187 h 193"/>
                <a:gd name="T14" fmla="*/ 85 w 227"/>
                <a:gd name="T15" fmla="*/ 188 h 193"/>
                <a:gd name="T16" fmla="*/ 117 w 227"/>
                <a:gd name="T17" fmla="*/ 166 h 193"/>
                <a:gd name="T18" fmla="*/ 190 w 227"/>
                <a:gd name="T19" fmla="*/ 88 h 193"/>
                <a:gd name="T20" fmla="*/ 227 w 227"/>
                <a:gd name="T21" fmla="*/ 122 h 193"/>
                <a:gd name="T22" fmla="*/ 227 w 227"/>
                <a:gd name="T23" fmla="*/ 120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7" h="193">
                  <a:moveTo>
                    <a:pt x="227" y="120"/>
                  </a:moveTo>
                  <a:cubicBezTo>
                    <a:pt x="226" y="89"/>
                    <a:pt x="211" y="62"/>
                    <a:pt x="188" y="40"/>
                  </a:cubicBezTo>
                  <a:cubicBezTo>
                    <a:pt x="170" y="24"/>
                    <a:pt x="149" y="12"/>
                    <a:pt x="127" y="3"/>
                  </a:cubicBezTo>
                  <a:cubicBezTo>
                    <a:pt x="125" y="2"/>
                    <a:pt x="123" y="1"/>
                    <a:pt x="122" y="0"/>
                  </a:cubicBezTo>
                  <a:cubicBezTo>
                    <a:pt x="122" y="0"/>
                    <a:pt x="122" y="0"/>
                    <a:pt x="122" y="0"/>
                  </a:cubicBezTo>
                  <a:cubicBezTo>
                    <a:pt x="94" y="33"/>
                    <a:pt x="0" y="57"/>
                    <a:pt x="0" y="125"/>
                  </a:cubicBezTo>
                  <a:cubicBezTo>
                    <a:pt x="0" y="152"/>
                    <a:pt x="17" y="177"/>
                    <a:pt x="42" y="187"/>
                  </a:cubicBezTo>
                  <a:cubicBezTo>
                    <a:pt x="56" y="193"/>
                    <a:pt x="71" y="193"/>
                    <a:pt x="85" y="188"/>
                  </a:cubicBezTo>
                  <a:cubicBezTo>
                    <a:pt x="98" y="184"/>
                    <a:pt x="108" y="176"/>
                    <a:pt x="117" y="166"/>
                  </a:cubicBezTo>
                  <a:cubicBezTo>
                    <a:pt x="145" y="136"/>
                    <a:pt x="156" y="88"/>
                    <a:pt x="190" y="88"/>
                  </a:cubicBezTo>
                  <a:cubicBezTo>
                    <a:pt x="221" y="88"/>
                    <a:pt x="225" y="110"/>
                    <a:pt x="227" y="122"/>
                  </a:cubicBezTo>
                  <a:cubicBezTo>
                    <a:pt x="227" y="122"/>
                    <a:pt x="227" y="121"/>
                    <a:pt x="227" y="120"/>
                  </a:cubicBezTo>
                </a:path>
              </a:pathLst>
            </a:custGeom>
            <a:solidFill>
              <a:srgbClr val="0075B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grpSp>
      <p:pic>
        <p:nvPicPr>
          <p:cNvPr id="17" name="Picture 2" descr="D:\My Work\Template\Icons\Social Media\LinkedIN.png">
            <a:hlinkClick r:id="rId2"/>
          </p:cNvPr>
          <p:cNvPicPr>
            <a:picLocks noChangeAspect="1" noChangeArrowheads="1"/>
          </p:cNvPicPr>
          <p:nvPr userDrawn="1"/>
        </p:nvPicPr>
        <p:blipFill>
          <a:blip r:embed="rId3" cstate="print"/>
          <a:srcRect/>
          <a:stretch>
            <a:fillRect/>
          </a:stretch>
        </p:blipFill>
        <p:spPr bwMode="auto">
          <a:xfrm>
            <a:off x="798415" y="3979258"/>
            <a:ext cx="333195" cy="333195"/>
          </a:xfrm>
          <a:prstGeom prst="rect">
            <a:avLst/>
          </a:prstGeom>
          <a:noFill/>
        </p:spPr>
      </p:pic>
      <p:pic>
        <p:nvPicPr>
          <p:cNvPr id="18" name="Picture 4" descr="D:\My Work\Template\Icons\Social Media\SlideShare.png">
            <a:hlinkClick r:id="rId4"/>
          </p:cNvPr>
          <p:cNvPicPr>
            <a:picLocks noChangeAspect="1" noChangeArrowheads="1"/>
          </p:cNvPicPr>
          <p:nvPr userDrawn="1"/>
        </p:nvPicPr>
        <p:blipFill>
          <a:blip r:embed="rId5" cstate="print"/>
          <a:srcRect/>
          <a:stretch>
            <a:fillRect/>
          </a:stretch>
        </p:blipFill>
        <p:spPr bwMode="auto">
          <a:xfrm>
            <a:off x="1181792" y="3979258"/>
            <a:ext cx="333195" cy="333195"/>
          </a:xfrm>
          <a:prstGeom prst="rect">
            <a:avLst/>
          </a:prstGeom>
          <a:noFill/>
        </p:spPr>
      </p:pic>
      <p:pic>
        <p:nvPicPr>
          <p:cNvPr id="19" name="Picture 5" descr="D:\My Work\Template\Icons\Social Media\Twitter.png">
            <a:hlinkClick r:id="rId6"/>
          </p:cNvPr>
          <p:cNvPicPr>
            <a:picLocks noChangeAspect="1" noChangeArrowheads="1"/>
          </p:cNvPicPr>
          <p:nvPr userDrawn="1"/>
        </p:nvPicPr>
        <p:blipFill>
          <a:blip r:embed="rId7" cstate="print"/>
          <a:srcRect/>
          <a:stretch>
            <a:fillRect/>
          </a:stretch>
        </p:blipFill>
        <p:spPr bwMode="auto">
          <a:xfrm>
            <a:off x="1565169" y="3979258"/>
            <a:ext cx="333195" cy="333195"/>
          </a:xfrm>
          <a:prstGeom prst="rect">
            <a:avLst/>
          </a:prstGeom>
          <a:noFill/>
        </p:spPr>
      </p:pic>
      <p:pic>
        <p:nvPicPr>
          <p:cNvPr id="20" name="Picture 6" descr="D:\My Work\Template\Icons\Social Media\YouTube.png">
            <a:hlinkClick r:id="rId8"/>
          </p:cNvPr>
          <p:cNvPicPr>
            <a:picLocks noChangeAspect="1" noChangeArrowheads="1"/>
          </p:cNvPicPr>
          <p:nvPr userDrawn="1"/>
        </p:nvPicPr>
        <p:blipFill>
          <a:blip r:embed="rId9" cstate="print"/>
          <a:srcRect/>
          <a:stretch>
            <a:fillRect/>
          </a:stretch>
        </p:blipFill>
        <p:spPr bwMode="auto">
          <a:xfrm>
            <a:off x="1948545" y="3979258"/>
            <a:ext cx="333195" cy="333195"/>
          </a:xfrm>
          <a:prstGeom prst="rect">
            <a:avLst/>
          </a:prstGeom>
          <a:noFill/>
        </p:spPr>
      </p:pic>
      <p:pic>
        <p:nvPicPr>
          <p:cNvPr id="21" name="Picture 7" descr="D:\My Work\Template\Icons\Social Media\Facebook.png">
            <a:hlinkClick r:id="rId10"/>
          </p:cNvPr>
          <p:cNvPicPr>
            <a:picLocks noChangeAspect="1" noChangeArrowheads="1"/>
          </p:cNvPicPr>
          <p:nvPr userDrawn="1"/>
        </p:nvPicPr>
        <p:blipFill>
          <a:blip r:embed="rId11" cstate="print"/>
          <a:srcRect/>
          <a:stretch>
            <a:fillRect/>
          </a:stretch>
        </p:blipFill>
        <p:spPr bwMode="auto">
          <a:xfrm>
            <a:off x="415038" y="3979258"/>
            <a:ext cx="333195" cy="333195"/>
          </a:xfrm>
          <a:prstGeom prst="rect">
            <a:avLst/>
          </a:prstGeom>
          <a:noFill/>
        </p:spPr>
      </p:pic>
      <p:sp>
        <p:nvSpPr>
          <p:cNvPr id="23" name="Rectangle 22"/>
          <p:cNvSpPr/>
          <p:nvPr userDrawn="1"/>
        </p:nvSpPr>
        <p:spPr>
          <a:xfrm>
            <a:off x="415038" y="5640913"/>
            <a:ext cx="4198620" cy="569387"/>
          </a:xfrm>
          <a:prstGeom prst="rect">
            <a:avLst/>
          </a:prstGeom>
        </p:spPr>
        <p:txBody>
          <a:bodyPr wrap="square" lIns="0" tIns="0" rIns="0" bIns="0" anchor="b" anchorCtr="0">
            <a:spAutoFit/>
          </a:bodyPr>
          <a:lstStyle/>
          <a:p>
            <a:pPr>
              <a:spcAft>
                <a:spcPts val="600"/>
              </a:spcAft>
            </a:pPr>
            <a:r>
              <a:rPr lang="en-US" sz="800" noProof="0">
                <a:solidFill>
                  <a:schemeClr val="bg1"/>
                </a:solidFill>
                <a:latin typeface="+mn-lt"/>
                <a:cs typeface="Arial" panose="020B0604020202020204"/>
              </a:rPr>
              <a:t>This message contains information that may be privileged or confidential and is the property of the Capgemini Group.</a:t>
            </a:r>
            <a:br>
              <a:rPr lang="en-US" sz="800" noProof="0">
                <a:solidFill>
                  <a:schemeClr val="bg1"/>
                </a:solidFill>
                <a:latin typeface="+mn-lt"/>
                <a:cs typeface="Arial" panose="020B0604020202020204"/>
              </a:rPr>
            </a:br>
            <a:r>
              <a:rPr lang="en-US" sz="800" noProof="0">
                <a:solidFill>
                  <a:schemeClr val="bg1"/>
                </a:solidFill>
                <a:latin typeface="Arial" panose="020B0604020202020204"/>
                <a:cs typeface="Arial" panose="020B0604020202020204"/>
              </a:rPr>
              <a:t>Copyright © 2019 Capgemini. All rights reserved.</a:t>
            </a:r>
          </a:p>
          <a:p>
            <a:pPr marL="0" marR="0" indent="0" defTabSz="957580" rtl="0" eaLnBrk="1" fontAlgn="auto" latinLnBrk="0" hangingPunct="1">
              <a:lnSpc>
                <a:spcPct val="100000"/>
              </a:lnSpc>
              <a:spcBef>
                <a:spcPts val="0"/>
              </a:spcBef>
              <a:spcAft>
                <a:spcPts val="600"/>
              </a:spcAft>
              <a:buClrTx/>
              <a:buSzTx/>
              <a:buFontTx/>
              <a:buNone/>
              <a:defRPr/>
            </a:pPr>
            <a:r>
              <a:rPr lang="en-US" sz="800" noProof="0">
                <a:solidFill>
                  <a:schemeClr val="bg1"/>
                </a:solidFill>
                <a:latin typeface="Arial" panose="020B0604020202020204"/>
                <a:cs typeface="Arial" panose="020B0604020202020204"/>
              </a:rPr>
              <a:t>Rightshore</a:t>
            </a:r>
            <a:r>
              <a:rPr lang="en-US" sz="800" baseline="30000" noProof="0">
                <a:solidFill>
                  <a:schemeClr val="bg1"/>
                </a:solidFill>
                <a:latin typeface="Arial" panose="020B0604020202020204"/>
                <a:cs typeface="Arial" panose="020B0604020202020204"/>
              </a:rPr>
              <a:t>®</a:t>
            </a:r>
            <a:r>
              <a:rPr lang="en-US" sz="800" noProof="0">
                <a:solidFill>
                  <a:schemeClr val="bg1"/>
                </a:solidFill>
                <a:latin typeface="Arial" panose="020B0604020202020204"/>
                <a:cs typeface="Arial" panose="020B0604020202020204"/>
              </a:rPr>
              <a:t> is a trademark belonging to Capgemini.</a:t>
            </a:r>
          </a:p>
        </p:txBody>
      </p:sp>
      <p:sp>
        <p:nvSpPr>
          <p:cNvPr id="24" name="Rectangle 23"/>
          <p:cNvSpPr/>
          <p:nvPr userDrawn="1"/>
        </p:nvSpPr>
        <p:spPr>
          <a:xfrm>
            <a:off x="6536184" y="5933302"/>
            <a:ext cx="5219699" cy="276999"/>
          </a:xfrm>
          <a:prstGeom prst="rect">
            <a:avLst/>
          </a:prstGeom>
        </p:spPr>
        <p:txBody>
          <a:bodyPr wrap="square" lIns="0" tIns="0" rIns="0" bIns="0" anchor="b" anchorCtr="0">
            <a:spAutoFit/>
          </a:bodyPr>
          <a:lstStyle/>
          <a:p>
            <a:pPr>
              <a:spcAft>
                <a:spcPts val="600"/>
              </a:spcAft>
            </a:pPr>
            <a:r>
              <a:rPr lang="en-US" sz="600">
                <a:cs typeface="Arial" panose="020B0604020202020204"/>
              </a:rPr>
              <a:t>This message is intended only for the person to whom it is addressed. If you are not the intended recipient, you are not authorized to read, print, retain, copy, disseminate, distribute, or use this message or any part thereof. If you receive this message in error, please notify the sender immediately and delete all copies of this message. </a:t>
            </a:r>
          </a:p>
        </p:txBody>
      </p:sp>
      <p:pic>
        <p:nvPicPr>
          <p:cNvPr id="29" name="Picture 28"/>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407572" y="4434172"/>
            <a:ext cx="2560320" cy="201012"/>
          </a:xfrm>
          <a:prstGeom prst="rect">
            <a:avLst/>
          </a:prstGeom>
        </p:spPr>
      </p:pic>
      <p:sp>
        <p:nvSpPr>
          <p:cNvPr id="22" name="Rectangle 21"/>
          <p:cNvSpPr/>
          <p:nvPr userDrawn="1"/>
        </p:nvSpPr>
        <p:spPr>
          <a:xfrm>
            <a:off x="6536184" y="2886346"/>
            <a:ext cx="5247829" cy="7703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just">
              <a:lnSpc>
                <a:spcPts val="1200"/>
              </a:lnSpc>
            </a:pPr>
            <a:r>
              <a:rPr lang="en-US" sz="900" kern="1200">
                <a:solidFill>
                  <a:schemeClr val="tx1"/>
                </a:solidFill>
                <a:effectLst/>
                <a:latin typeface="+mn-lt"/>
                <a:ea typeface="+mn-ea"/>
                <a:cs typeface="+mn-cs"/>
              </a:rPr>
              <a:t>A global leader in consulting, technology services and digital transformation, Capgemini is at the forefront of innovation to address the entire breadth of clients’ opportunities in the evolving world of cloud, digital and platforms. </a:t>
            </a:r>
            <a:r>
              <a:rPr lang="en-GB" sz="900" kern="1200">
                <a:solidFill>
                  <a:schemeClr val="tx1"/>
                </a:solidFill>
                <a:effectLst/>
                <a:latin typeface="+mn-lt"/>
                <a:ea typeface="+mn-ea"/>
                <a:cs typeface="+mn-cs"/>
              </a:rPr>
              <a:t>Building on its strong 50-year heritage and deep industry-specific expertise, Capgemini enables organizations to realize their business ambitions through an array of services </a:t>
            </a:r>
            <a:r>
              <a:rPr lang="en-US" sz="900" kern="1200">
                <a:solidFill>
                  <a:schemeClr val="tx1"/>
                </a:solidFill>
                <a:effectLst/>
                <a:latin typeface="+mn-lt"/>
                <a:ea typeface="+mn-ea"/>
                <a:cs typeface="+mn-cs"/>
              </a:rPr>
              <a:t>from strategy to operations. Capgemini is driven by the conviction that the business value of technology comes from and through people. It is a multicultural company of 200,000 team members in over 40 countries. The Group reported 2018 global revenues of EUR 13.2 billion.</a:t>
            </a:r>
          </a:p>
        </p:txBody>
      </p:sp>
      <p:sp>
        <p:nvSpPr>
          <p:cNvPr id="28" name="Rectangle 27"/>
          <p:cNvSpPr/>
          <p:nvPr userDrawn="1"/>
        </p:nvSpPr>
        <p:spPr>
          <a:xfrm>
            <a:off x="6536184" y="2507082"/>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accent1"/>
                </a:solidFill>
              </a:rPr>
              <a:t>About Capgemini</a:t>
            </a:r>
          </a:p>
        </p:txBody>
      </p:sp>
      <p:sp>
        <p:nvSpPr>
          <p:cNvPr id="30" name="Rectangle 29">
            <a:hlinkClick r:id="rId13"/>
          </p:cNvPr>
          <p:cNvSpPr/>
          <p:nvPr userDrawn="1"/>
        </p:nvSpPr>
        <p:spPr>
          <a:xfrm>
            <a:off x="6536184" y="4367906"/>
            <a:ext cx="2057400"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lnSpc>
                <a:spcPts val="1400"/>
              </a:lnSpc>
              <a:spcAft>
                <a:spcPts val="600"/>
              </a:spcAft>
            </a:pPr>
            <a:r>
              <a:rPr lang="en-US" sz="900">
                <a:solidFill>
                  <a:schemeClr val="tx1"/>
                </a:solidFill>
              </a:rPr>
              <a:t>Learn more about us at</a:t>
            </a:r>
            <a:br>
              <a:rPr lang="en-US" sz="900">
                <a:solidFill>
                  <a:schemeClr val="tx1"/>
                </a:solidFill>
              </a:rPr>
            </a:br>
            <a:r>
              <a:rPr lang="en-US" sz="1400">
                <a:solidFill>
                  <a:schemeClr val="accent2"/>
                </a:solidFill>
              </a:rPr>
              <a:t>www.capgemini.com </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Title Slide 2">
    <p:spTree>
      <p:nvGrpSpPr>
        <p:cNvPr id="1" name=""/>
        <p:cNvGrpSpPr/>
        <p:nvPr/>
      </p:nvGrpSpPr>
      <p:grpSpPr>
        <a:xfrm>
          <a:off x="0" y="0"/>
          <a:ext cx="0" cy="0"/>
          <a:chOff x="0" y="0"/>
          <a:chExt cx="0" cy="0"/>
        </a:xfrm>
      </p:grpSpPr>
      <p:graphicFrame>
        <p:nvGraphicFramePr>
          <p:cNvPr id="9" name="Object 8" hidden="1"/>
          <p:cNvGraphicFramePr>
            <a:graphicFrameLocks noChangeAspect="1"/>
          </p:cNvGraphicFramePr>
          <p:nvPr>
            <p:custDataLst>
              <p:tags r:id="rId2"/>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spid="_x0000_s27657" name="think-cell Slide" r:id="rId4" imgW="360" imgH="360" progId="">
                  <p:embed/>
                </p:oleObj>
              </mc:Choice>
              <mc:Fallback>
                <p:oleObj name="think-cell Slide" r:id="rId4" imgW="360" imgH="360" progId="">
                  <p:embed/>
                  <p:pic>
                    <p:nvPicPr>
                      <p:cNvPr id="0"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389" name="Freeform 5"/>
          <p:cNvSpPr/>
          <p:nvPr userDrawn="1"/>
        </p:nvSpPr>
        <p:spPr bwMode="auto">
          <a:xfrm>
            <a:off x="1009650" y="0"/>
            <a:ext cx="11182350" cy="6858000"/>
          </a:xfrm>
          <a:custGeom>
            <a:avLst/>
            <a:gdLst/>
            <a:ahLst/>
            <a:cxnLst>
              <a:cxn ang="0">
                <a:pos x="0" y="0"/>
              </a:cxn>
              <a:cxn ang="0">
                <a:pos x="7044" y="0"/>
              </a:cxn>
              <a:cxn ang="0">
                <a:pos x="7044" y="4320"/>
              </a:cxn>
              <a:cxn ang="0">
                <a:pos x="7040" y="4320"/>
              </a:cxn>
              <a:cxn ang="0">
                <a:pos x="4170" y="4320"/>
              </a:cxn>
              <a:cxn ang="0">
                <a:pos x="4150" y="4318"/>
              </a:cxn>
              <a:cxn ang="0">
                <a:pos x="4132" y="4308"/>
              </a:cxn>
              <a:cxn ang="0">
                <a:pos x="3522" y="3806"/>
              </a:cxn>
              <a:cxn ang="0">
                <a:pos x="3468" y="3760"/>
              </a:cxn>
              <a:cxn ang="0">
                <a:pos x="3416" y="3714"/>
              </a:cxn>
              <a:cxn ang="0">
                <a:pos x="3492" y="3568"/>
              </a:cxn>
              <a:cxn ang="0">
                <a:pos x="3522" y="3504"/>
              </a:cxn>
              <a:cxn ang="0">
                <a:pos x="3578" y="3378"/>
              </a:cxn>
              <a:cxn ang="0">
                <a:pos x="3622" y="3248"/>
              </a:cxn>
              <a:cxn ang="0">
                <a:pos x="3652" y="3116"/>
              </a:cxn>
              <a:cxn ang="0">
                <a:pos x="3664" y="3046"/>
              </a:cxn>
              <a:cxn ang="0">
                <a:pos x="3670" y="2964"/>
              </a:cxn>
              <a:cxn ang="0">
                <a:pos x="3670" y="2884"/>
              </a:cxn>
              <a:cxn ang="0">
                <a:pos x="3662" y="2802"/>
              </a:cxn>
              <a:cxn ang="0">
                <a:pos x="3648" y="2722"/>
              </a:cxn>
              <a:cxn ang="0">
                <a:pos x="3632" y="2666"/>
              </a:cxn>
              <a:cxn ang="0">
                <a:pos x="3590" y="2560"/>
              </a:cxn>
              <a:cxn ang="0">
                <a:pos x="3536" y="2460"/>
              </a:cxn>
              <a:cxn ang="0">
                <a:pos x="3470" y="2366"/>
              </a:cxn>
              <a:cxn ang="0">
                <a:pos x="3434" y="2322"/>
              </a:cxn>
              <a:cxn ang="0">
                <a:pos x="3338" y="2220"/>
              </a:cxn>
              <a:cxn ang="0">
                <a:pos x="3236" y="2130"/>
              </a:cxn>
              <a:cxn ang="0">
                <a:pos x="3126" y="2046"/>
              </a:cxn>
              <a:cxn ang="0">
                <a:pos x="3012" y="1966"/>
              </a:cxn>
              <a:cxn ang="0">
                <a:pos x="2932" y="1916"/>
              </a:cxn>
              <a:cxn ang="0">
                <a:pos x="2766" y="1818"/>
              </a:cxn>
              <a:cxn ang="0">
                <a:pos x="2598" y="1728"/>
              </a:cxn>
              <a:cxn ang="0">
                <a:pos x="2340" y="1602"/>
              </a:cxn>
              <a:cxn ang="0">
                <a:pos x="2198" y="1536"/>
              </a:cxn>
              <a:cxn ang="0">
                <a:pos x="1772" y="1348"/>
              </a:cxn>
              <a:cxn ang="0">
                <a:pos x="1200" y="1106"/>
              </a:cxn>
              <a:cxn ang="0">
                <a:pos x="1118" y="1070"/>
              </a:cxn>
              <a:cxn ang="0">
                <a:pos x="954" y="994"/>
              </a:cxn>
              <a:cxn ang="0">
                <a:pos x="798" y="908"/>
              </a:cxn>
              <a:cxn ang="0">
                <a:pos x="646" y="814"/>
              </a:cxn>
              <a:cxn ang="0">
                <a:pos x="572" y="760"/>
              </a:cxn>
              <a:cxn ang="0">
                <a:pos x="448" y="658"/>
              </a:cxn>
              <a:cxn ang="0">
                <a:pos x="332" y="548"/>
              </a:cxn>
              <a:cxn ang="0">
                <a:pos x="228" y="426"/>
              </a:cxn>
              <a:cxn ang="0">
                <a:pos x="136" y="292"/>
              </a:cxn>
              <a:cxn ang="0">
                <a:pos x="94" y="222"/>
              </a:cxn>
              <a:cxn ang="0">
                <a:pos x="58" y="150"/>
              </a:cxn>
              <a:cxn ang="0">
                <a:pos x="28" y="76"/>
              </a:cxn>
              <a:cxn ang="0">
                <a:pos x="0" y="0"/>
              </a:cxn>
            </a:cxnLst>
            <a:rect l="0" t="0" r="r" b="b"/>
            <a:pathLst>
              <a:path w="7044" h="4320">
                <a:moveTo>
                  <a:pt x="0" y="0"/>
                </a:moveTo>
                <a:lnTo>
                  <a:pt x="0" y="0"/>
                </a:lnTo>
                <a:lnTo>
                  <a:pt x="7044" y="0"/>
                </a:lnTo>
                <a:lnTo>
                  <a:pt x="7044" y="0"/>
                </a:lnTo>
                <a:lnTo>
                  <a:pt x="7044" y="4320"/>
                </a:lnTo>
                <a:lnTo>
                  <a:pt x="7044" y="4320"/>
                </a:lnTo>
                <a:lnTo>
                  <a:pt x="7040" y="4320"/>
                </a:lnTo>
                <a:lnTo>
                  <a:pt x="7040" y="4320"/>
                </a:lnTo>
                <a:lnTo>
                  <a:pt x="4170" y="4320"/>
                </a:lnTo>
                <a:lnTo>
                  <a:pt x="4170" y="4320"/>
                </a:lnTo>
                <a:lnTo>
                  <a:pt x="4160" y="4320"/>
                </a:lnTo>
                <a:lnTo>
                  <a:pt x="4150" y="4318"/>
                </a:lnTo>
                <a:lnTo>
                  <a:pt x="4140" y="4314"/>
                </a:lnTo>
                <a:lnTo>
                  <a:pt x="4132" y="4308"/>
                </a:lnTo>
                <a:lnTo>
                  <a:pt x="4132" y="4308"/>
                </a:lnTo>
                <a:lnTo>
                  <a:pt x="3522" y="3806"/>
                </a:lnTo>
                <a:lnTo>
                  <a:pt x="3522" y="3806"/>
                </a:lnTo>
                <a:lnTo>
                  <a:pt x="3468" y="3760"/>
                </a:lnTo>
                <a:lnTo>
                  <a:pt x="3416" y="3714"/>
                </a:lnTo>
                <a:lnTo>
                  <a:pt x="3416" y="3714"/>
                </a:lnTo>
                <a:lnTo>
                  <a:pt x="3454" y="3640"/>
                </a:lnTo>
                <a:lnTo>
                  <a:pt x="3492" y="3568"/>
                </a:lnTo>
                <a:lnTo>
                  <a:pt x="3492" y="3568"/>
                </a:lnTo>
                <a:lnTo>
                  <a:pt x="3522" y="3504"/>
                </a:lnTo>
                <a:lnTo>
                  <a:pt x="3552" y="3442"/>
                </a:lnTo>
                <a:lnTo>
                  <a:pt x="3578" y="3378"/>
                </a:lnTo>
                <a:lnTo>
                  <a:pt x="3600" y="3314"/>
                </a:lnTo>
                <a:lnTo>
                  <a:pt x="3622" y="3248"/>
                </a:lnTo>
                <a:lnTo>
                  <a:pt x="3638" y="3182"/>
                </a:lnTo>
                <a:lnTo>
                  <a:pt x="3652" y="3116"/>
                </a:lnTo>
                <a:lnTo>
                  <a:pt x="3664" y="3046"/>
                </a:lnTo>
                <a:lnTo>
                  <a:pt x="3664" y="3046"/>
                </a:lnTo>
                <a:lnTo>
                  <a:pt x="3668" y="3006"/>
                </a:lnTo>
                <a:lnTo>
                  <a:pt x="3670" y="2964"/>
                </a:lnTo>
                <a:lnTo>
                  <a:pt x="3670" y="2924"/>
                </a:lnTo>
                <a:lnTo>
                  <a:pt x="3670" y="2884"/>
                </a:lnTo>
                <a:lnTo>
                  <a:pt x="3666" y="2844"/>
                </a:lnTo>
                <a:lnTo>
                  <a:pt x="3662" y="2802"/>
                </a:lnTo>
                <a:lnTo>
                  <a:pt x="3656" y="2762"/>
                </a:lnTo>
                <a:lnTo>
                  <a:pt x="3648" y="2722"/>
                </a:lnTo>
                <a:lnTo>
                  <a:pt x="3648" y="2722"/>
                </a:lnTo>
                <a:lnTo>
                  <a:pt x="3632" y="2666"/>
                </a:lnTo>
                <a:lnTo>
                  <a:pt x="3612" y="2612"/>
                </a:lnTo>
                <a:lnTo>
                  <a:pt x="3590" y="2560"/>
                </a:lnTo>
                <a:lnTo>
                  <a:pt x="3564" y="2508"/>
                </a:lnTo>
                <a:lnTo>
                  <a:pt x="3536" y="2460"/>
                </a:lnTo>
                <a:lnTo>
                  <a:pt x="3504" y="2412"/>
                </a:lnTo>
                <a:lnTo>
                  <a:pt x="3470" y="2366"/>
                </a:lnTo>
                <a:lnTo>
                  <a:pt x="3434" y="2322"/>
                </a:lnTo>
                <a:lnTo>
                  <a:pt x="3434" y="2322"/>
                </a:lnTo>
                <a:lnTo>
                  <a:pt x="3388" y="2270"/>
                </a:lnTo>
                <a:lnTo>
                  <a:pt x="3338" y="2220"/>
                </a:lnTo>
                <a:lnTo>
                  <a:pt x="3288" y="2174"/>
                </a:lnTo>
                <a:lnTo>
                  <a:pt x="3236" y="2130"/>
                </a:lnTo>
                <a:lnTo>
                  <a:pt x="3182" y="2086"/>
                </a:lnTo>
                <a:lnTo>
                  <a:pt x="3126" y="2046"/>
                </a:lnTo>
                <a:lnTo>
                  <a:pt x="3070" y="2006"/>
                </a:lnTo>
                <a:lnTo>
                  <a:pt x="3012" y="1966"/>
                </a:lnTo>
                <a:lnTo>
                  <a:pt x="3012" y="1966"/>
                </a:lnTo>
                <a:lnTo>
                  <a:pt x="2932" y="1916"/>
                </a:lnTo>
                <a:lnTo>
                  <a:pt x="2850" y="1866"/>
                </a:lnTo>
                <a:lnTo>
                  <a:pt x="2766" y="1818"/>
                </a:lnTo>
                <a:lnTo>
                  <a:pt x="2682" y="1772"/>
                </a:lnTo>
                <a:lnTo>
                  <a:pt x="2598" y="1728"/>
                </a:lnTo>
                <a:lnTo>
                  <a:pt x="2512" y="1686"/>
                </a:lnTo>
                <a:lnTo>
                  <a:pt x="2340" y="1602"/>
                </a:lnTo>
                <a:lnTo>
                  <a:pt x="2340" y="1602"/>
                </a:lnTo>
                <a:lnTo>
                  <a:pt x="2198" y="1536"/>
                </a:lnTo>
                <a:lnTo>
                  <a:pt x="2056" y="1472"/>
                </a:lnTo>
                <a:lnTo>
                  <a:pt x="1772" y="1348"/>
                </a:lnTo>
                <a:lnTo>
                  <a:pt x="1486" y="1226"/>
                </a:lnTo>
                <a:lnTo>
                  <a:pt x="1200" y="1106"/>
                </a:lnTo>
                <a:lnTo>
                  <a:pt x="1200" y="1106"/>
                </a:lnTo>
                <a:lnTo>
                  <a:pt x="1118" y="1070"/>
                </a:lnTo>
                <a:lnTo>
                  <a:pt x="1036" y="1034"/>
                </a:lnTo>
                <a:lnTo>
                  <a:pt x="954" y="994"/>
                </a:lnTo>
                <a:lnTo>
                  <a:pt x="876" y="952"/>
                </a:lnTo>
                <a:lnTo>
                  <a:pt x="798" y="908"/>
                </a:lnTo>
                <a:lnTo>
                  <a:pt x="720" y="862"/>
                </a:lnTo>
                <a:lnTo>
                  <a:pt x="646" y="814"/>
                </a:lnTo>
                <a:lnTo>
                  <a:pt x="572" y="760"/>
                </a:lnTo>
                <a:lnTo>
                  <a:pt x="572" y="760"/>
                </a:lnTo>
                <a:lnTo>
                  <a:pt x="508" y="710"/>
                </a:lnTo>
                <a:lnTo>
                  <a:pt x="448" y="658"/>
                </a:lnTo>
                <a:lnTo>
                  <a:pt x="388" y="604"/>
                </a:lnTo>
                <a:lnTo>
                  <a:pt x="332" y="548"/>
                </a:lnTo>
                <a:lnTo>
                  <a:pt x="278" y="488"/>
                </a:lnTo>
                <a:lnTo>
                  <a:pt x="228" y="426"/>
                </a:lnTo>
                <a:lnTo>
                  <a:pt x="180" y="360"/>
                </a:lnTo>
                <a:lnTo>
                  <a:pt x="136" y="292"/>
                </a:lnTo>
                <a:lnTo>
                  <a:pt x="136" y="292"/>
                </a:lnTo>
                <a:lnTo>
                  <a:pt x="94" y="222"/>
                </a:lnTo>
                <a:lnTo>
                  <a:pt x="76" y="186"/>
                </a:lnTo>
                <a:lnTo>
                  <a:pt x="58" y="150"/>
                </a:lnTo>
                <a:lnTo>
                  <a:pt x="42" y="114"/>
                </a:lnTo>
                <a:lnTo>
                  <a:pt x="28" y="76"/>
                </a:lnTo>
                <a:lnTo>
                  <a:pt x="14" y="38"/>
                </a:lnTo>
                <a:lnTo>
                  <a:pt x="0" y="0"/>
                </a:lnTo>
                <a:lnTo>
                  <a:pt x="0" y="0"/>
                </a:lnTo>
                <a:close/>
              </a:path>
            </a:pathLst>
          </a:custGeom>
          <a:solidFill>
            <a:schemeClr val="tx2"/>
          </a:solidFill>
          <a:ln w="9525">
            <a:noFill/>
            <a:round/>
          </a:ln>
        </p:spPr>
        <p:txBody>
          <a:bodyPr vert="horz" wrap="square" lIns="91440" tIns="45720" rIns="91440" bIns="45720" numCol="1" anchor="t" anchorCtr="0" compatLnSpc="1"/>
          <a:lstStyle/>
          <a:p>
            <a:endParaRPr lang="en-GB"/>
          </a:p>
        </p:txBody>
      </p:sp>
      <p:grpSp>
        <p:nvGrpSpPr>
          <p:cNvPr id="15" name="Group 14"/>
          <p:cNvGrpSpPr>
            <a:grpSpLocks noChangeAspect="1"/>
          </p:cNvGrpSpPr>
          <p:nvPr userDrawn="1"/>
        </p:nvGrpSpPr>
        <p:grpSpPr>
          <a:xfrm>
            <a:off x="416888" y="4537346"/>
            <a:ext cx="5040000" cy="1123654"/>
            <a:chOff x="728663" y="4465638"/>
            <a:chExt cx="5354637" cy="1193801"/>
          </a:xfrm>
        </p:grpSpPr>
        <p:sp>
          <p:nvSpPr>
            <p:cNvPr id="16" name="Freeform 11"/>
            <p:cNvSpPr/>
            <p:nvPr userDrawn="1"/>
          </p:nvSpPr>
          <p:spPr bwMode="auto">
            <a:xfrm>
              <a:off x="5464175" y="4830763"/>
              <a:ext cx="619125" cy="503238"/>
            </a:xfrm>
            <a:custGeom>
              <a:avLst/>
              <a:gdLst/>
              <a:ahLst/>
              <a:cxnLst>
                <a:cxn ang="0">
                  <a:pos x="125" y="107"/>
                </a:cxn>
                <a:cxn ang="0">
                  <a:pos x="189" y="43"/>
                </a:cxn>
                <a:cxn ang="0">
                  <a:pos x="142" y="0"/>
                </a:cxn>
                <a:cxn ang="0">
                  <a:pos x="50" y="99"/>
                </a:cxn>
                <a:cxn ang="0">
                  <a:pos x="0" y="144"/>
                </a:cxn>
                <a:cxn ang="0">
                  <a:pos x="37" y="154"/>
                </a:cxn>
                <a:cxn ang="0">
                  <a:pos x="125" y="125"/>
                </a:cxn>
                <a:cxn ang="0">
                  <a:pos x="81" y="85"/>
                </a:cxn>
                <a:cxn ang="0">
                  <a:pos x="125" y="107"/>
                </a:cxn>
              </a:cxnLst>
              <a:rect l="0" t="0" r="r" b="b"/>
              <a:pathLst>
                <a:path w="189" h="154">
                  <a:moveTo>
                    <a:pt x="125" y="107"/>
                  </a:moveTo>
                  <a:cubicBezTo>
                    <a:pt x="161" y="107"/>
                    <a:pt x="188" y="78"/>
                    <a:pt x="189" y="43"/>
                  </a:cubicBezTo>
                  <a:cubicBezTo>
                    <a:pt x="186" y="28"/>
                    <a:pt x="181" y="0"/>
                    <a:pt x="142" y="0"/>
                  </a:cubicBezTo>
                  <a:cubicBezTo>
                    <a:pt x="99" y="0"/>
                    <a:pt x="84" y="60"/>
                    <a:pt x="50" y="99"/>
                  </a:cubicBezTo>
                  <a:cubicBezTo>
                    <a:pt x="47" y="121"/>
                    <a:pt x="26" y="140"/>
                    <a:pt x="0" y="144"/>
                  </a:cubicBezTo>
                  <a:cubicBezTo>
                    <a:pt x="6" y="150"/>
                    <a:pt x="20" y="154"/>
                    <a:pt x="37" y="154"/>
                  </a:cubicBezTo>
                  <a:cubicBezTo>
                    <a:pt x="68" y="154"/>
                    <a:pt x="106" y="145"/>
                    <a:pt x="125" y="125"/>
                  </a:cubicBezTo>
                  <a:cubicBezTo>
                    <a:pt x="99" y="126"/>
                    <a:pt x="82" y="109"/>
                    <a:pt x="81" y="85"/>
                  </a:cubicBezTo>
                  <a:cubicBezTo>
                    <a:pt x="93" y="101"/>
                    <a:pt x="108" y="107"/>
                    <a:pt x="125" y="107"/>
                  </a:cubicBezTo>
                </a:path>
              </a:pathLst>
            </a:custGeom>
            <a:solidFill>
              <a:srgbClr val="12ABDB"/>
            </a:solidFill>
            <a:ln w="9525">
              <a:noFill/>
              <a:round/>
            </a:ln>
          </p:spPr>
          <p:txBody>
            <a:bodyPr vert="horz" wrap="square" lIns="91440" tIns="45720" rIns="91440" bIns="45720" numCol="1" anchor="t" anchorCtr="0" compatLnSpc="1"/>
            <a:lstStyle/>
            <a:p>
              <a:endParaRPr lang="en-GB"/>
            </a:p>
          </p:txBody>
        </p:sp>
        <p:sp>
          <p:nvSpPr>
            <p:cNvPr id="17" name="Freeform 12"/>
            <p:cNvSpPr>
              <a:spLocks noEditPoints="1"/>
            </p:cNvSpPr>
            <p:nvPr userDrawn="1"/>
          </p:nvSpPr>
          <p:spPr bwMode="auto">
            <a:xfrm>
              <a:off x="728663" y="4483101"/>
              <a:ext cx="4352925" cy="1176338"/>
            </a:xfrm>
            <a:custGeom>
              <a:avLst/>
              <a:gdLst/>
              <a:ahLst/>
              <a:cxnLst>
                <a:cxn ang="0">
                  <a:pos x="1281" y="86"/>
                </a:cxn>
                <a:cxn ang="0">
                  <a:pos x="1240" y="210"/>
                </a:cxn>
                <a:cxn ang="0">
                  <a:pos x="1122" y="182"/>
                </a:cxn>
                <a:cxn ang="0">
                  <a:pos x="1121" y="104"/>
                </a:cxn>
                <a:cxn ang="0">
                  <a:pos x="1061" y="211"/>
                </a:cxn>
                <a:cxn ang="0">
                  <a:pos x="1007" y="84"/>
                </a:cxn>
                <a:cxn ang="0">
                  <a:pos x="924" y="86"/>
                </a:cxn>
                <a:cxn ang="0">
                  <a:pos x="830" y="72"/>
                </a:cxn>
                <a:cxn ang="0">
                  <a:pos x="781" y="160"/>
                </a:cxn>
                <a:cxn ang="0">
                  <a:pos x="756" y="81"/>
                </a:cxn>
                <a:cxn ang="0">
                  <a:pos x="666" y="200"/>
                </a:cxn>
                <a:cxn ang="0">
                  <a:pos x="677" y="82"/>
                </a:cxn>
                <a:cxn ang="0">
                  <a:pos x="628" y="196"/>
                </a:cxn>
                <a:cxn ang="0">
                  <a:pos x="585" y="113"/>
                </a:cxn>
                <a:cxn ang="0">
                  <a:pos x="527" y="198"/>
                </a:cxn>
                <a:cxn ang="0">
                  <a:pos x="586" y="102"/>
                </a:cxn>
                <a:cxn ang="0">
                  <a:pos x="493" y="118"/>
                </a:cxn>
                <a:cxn ang="0">
                  <a:pos x="454" y="147"/>
                </a:cxn>
                <a:cxn ang="0">
                  <a:pos x="368" y="111"/>
                </a:cxn>
                <a:cxn ang="0">
                  <a:pos x="335" y="90"/>
                </a:cxn>
                <a:cxn ang="0">
                  <a:pos x="309" y="215"/>
                </a:cxn>
                <a:cxn ang="0">
                  <a:pos x="280" y="124"/>
                </a:cxn>
                <a:cxn ang="0">
                  <a:pos x="224" y="211"/>
                </a:cxn>
                <a:cxn ang="0">
                  <a:pos x="286" y="113"/>
                </a:cxn>
                <a:cxn ang="0">
                  <a:pos x="182" y="145"/>
                </a:cxn>
                <a:cxn ang="0">
                  <a:pos x="39" y="128"/>
                </a:cxn>
                <a:cxn ang="0">
                  <a:pos x="136" y="72"/>
                </a:cxn>
                <a:cxn ang="0">
                  <a:pos x="109" y="0"/>
                </a:cxn>
                <a:cxn ang="0">
                  <a:pos x="90" y="249"/>
                </a:cxn>
                <a:cxn ang="0">
                  <a:pos x="218" y="238"/>
                </a:cxn>
                <a:cxn ang="0">
                  <a:pos x="306" y="238"/>
                </a:cxn>
                <a:cxn ang="0">
                  <a:pos x="377" y="337"/>
                </a:cxn>
                <a:cxn ang="0">
                  <a:pos x="404" y="109"/>
                </a:cxn>
                <a:cxn ang="0">
                  <a:pos x="420" y="182"/>
                </a:cxn>
                <a:cxn ang="0">
                  <a:pos x="392" y="239"/>
                </a:cxn>
                <a:cxn ang="0">
                  <a:pos x="480" y="160"/>
                </a:cxn>
                <a:cxn ang="0">
                  <a:pos x="519" y="227"/>
                </a:cxn>
                <a:cxn ang="0">
                  <a:pos x="564" y="226"/>
                </a:cxn>
                <a:cxn ang="0">
                  <a:pos x="526" y="359"/>
                </a:cxn>
                <a:cxn ang="0">
                  <a:pos x="639" y="214"/>
                </a:cxn>
                <a:cxn ang="0">
                  <a:pos x="758" y="189"/>
                </a:cxn>
                <a:cxn ang="0">
                  <a:pos x="829" y="111"/>
                </a:cxn>
                <a:cxn ang="0">
                  <a:pos x="920" y="128"/>
                </a:cxn>
                <a:cxn ang="0">
                  <a:pos x="1010" y="176"/>
                </a:cxn>
                <a:cxn ang="0">
                  <a:pos x="1097" y="200"/>
                </a:cxn>
                <a:cxn ang="0">
                  <a:pos x="1174" y="112"/>
                </a:cxn>
                <a:cxn ang="0">
                  <a:pos x="1274" y="196"/>
                </a:cxn>
                <a:cxn ang="0">
                  <a:pos x="1328" y="227"/>
                </a:cxn>
                <a:cxn ang="0">
                  <a:pos x="528" y="335"/>
                </a:cxn>
                <a:cxn ang="0">
                  <a:pos x="564" y="248"/>
                </a:cxn>
                <a:cxn ang="0">
                  <a:pos x="674" y="105"/>
                </a:cxn>
                <a:cxn ang="0">
                  <a:pos x="655" y="181"/>
                </a:cxn>
              </a:cxnLst>
              <a:rect l="0" t="0" r="r" b="b"/>
              <a:pathLst>
                <a:path w="1328" h="359">
                  <a:moveTo>
                    <a:pt x="1295" y="118"/>
                  </a:moveTo>
                  <a:cubicBezTo>
                    <a:pt x="1295" y="99"/>
                    <a:pt x="1294" y="86"/>
                    <a:pt x="1281" y="86"/>
                  </a:cubicBezTo>
                  <a:cubicBezTo>
                    <a:pt x="1275" y="86"/>
                    <a:pt x="1273" y="87"/>
                    <a:pt x="1268" y="89"/>
                  </a:cubicBezTo>
                  <a:cubicBezTo>
                    <a:pt x="1272" y="153"/>
                    <a:pt x="1258" y="210"/>
                    <a:pt x="1240" y="210"/>
                  </a:cubicBezTo>
                  <a:cubicBezTo>
                    <a:pt x="1217" y="210"/>
                    <a:pt x="1228" y="72"/>
                    <a:pt x="1179" y="72"/>
                  </a:cubicBezTo>
                  <a:cubicBezTo>
                    <a:pt x="1133" y="72"/>
                    <a:pt x="1127" y="182"/>
                    <a:pt x="1122" y="182"/>
                  </a:cubicBezTo>
                  <a:cubicBezTo>
                    <a:pt x="1118" y="182"/>
                    <a:pt x="1118" y="153"/>
                    <a:pt x="1118" y="131"/>
                  </a:cubicBezTo>
                  <a:cubicBezTo>
                    <a:pt x="1120" y="120"/>
                    <a:pt x="1121" y="111"/>
                    <a:pt x="1121" y="104"/>
                  </a:cubicBezTo>
                  <a:cubicBezTo>
                    <a:pt x="1121" y="93"/>
                    <a:pt x="1117" y="76"/>
                    <a:pt x="1093" y="84"/>
                  </a:cubicBezTo>
                  <a:cubicBezTo>
                    <a:pt x="1094" y="163"/>
                    <a:pt x="1078" y="211"/>
                    <a:pt x="1061" y="211"/>
                  </a:cubicBezTo>
                  <a:cubicBezTo>
                    <a:pt x="1035" y="211"/>
                    <a:pt x="1034" y="139"/>
                    <a:pt x="1034" y="120"/>
                  </a:cubicBezTo>
                  <a:cubicBezTo>
                    <a:pt x="1034" y="101"/>
                    <a:pt x="1036" y="75"/>
                    <a:pt x="1007" y="84"/>
                  </a:cubicBezTo>
                  <a:cubicBezTo>
                    <a:pt x="1003" y="153"/>
                    <a:pt x="985" y="204"/>
                    <a:pt x="974" y="204"/>
                  </a:cubicBezTo>
                  <a:cubicBezTo>
                    <a:pt x="957" y="204"/>
                    <a:pt x="960" y="86"/>
                    <a:pt x="924" y="86"/>
                  </a:cubicBezTo>
                  <a:cubicBezTo>
                    <a:pt x="891" y="86"/>
                    <a:pt x="881" y="198"/>
                    <a:pt x="874" y="198"/>
                  </a:cubicBezTo>
                  <a:cubicBezTo>
                    <a:pt x="861" y="198"/>
                    <a:pt x="877" y="72"/>
                    <a:pt x="830" y="72"/>
                  </a:cubicBezTo>
                  <a:cubicBezTo>
                    <a:pt x="805" y="72"/>
                    <a:pt x="795" y="114"/>
                    <a:pt x="785" y="161"/>
                  </a:cubicBezTo>
                  <a:cubicBezTo>
                    <a:pt x="784" y="170"/>
                    <a:pt x="782" y="171"/>
                    <a:pt x="781" y="160"/>
                  </a:cubicBezTo>
                  <a:cubicBezTo>
                    <a:pt x="781" y="152"/>
                    <a:pt x="781" y="142"/>
                    <a:pt x="781" y="134"/>
                  </a:cubicBezTo>
                  <a:cubicBezTo>
                    <a:pt x="793" y="86"/>
                    <a:pt x="778" y="69"/>
                    <a:pt x="756" y="81"/>
                  </a:cubicBezTo>
                  <a:cubicBezTo>
                    <a:pt x="763" y="169"/>
                    <a:pt x="723" y="212"/>
                    <a:pt x="692" y="212"/>
                  </a:cubicBezTo>
                  <a:cubicBezTo>
                    <a:pt x="681" y="212"/>
                    <a:pt x="672" y="207"/>
                    <a:pt x="666" y="200"/>
                  </a:cubicBezTo>
                  <a:cubicBezTo>
                    <a:pt x="703" y="177"/>
                    <a:pt x="719" y="151"/>
                    <a:pt x="719" y="126"/>
                  </a:cubicBezTo>
                  <a:cubicBezTo>
                    <a:pt x="719" y="98"/>
                    <a:pt x="704" y="82"/>
                    <a:pt x="677" y="82"/>
                  </a:cubicBezTo>
                  <a:cubicBezTo>
                    <a:pt x="640" y="82"/>
                    <a:pt x="620" y="120"/>
                    <a:pt x="620" y="152"/>
                  </a:cubicBezTo>
                  <a:cubicBezTo>
                    <a:pt x="620" y="169"/>
                    <a:pt x="623" y="184"/>
                    <a:pt x="628" y="196"/>
                  </a:cubicBezTo>
                  <a:cubicBezTo>
                    <a:pt x="616" y="202"/>
                    <a:pt x="604" y="207"/>
                    <a:pt x="593" y="212"/>
                  </a:cubicBezTo>
                  <a:cubicBezTo>
                    <a:pt x="592" y="179"/>
                    <a:pt x="588" y="145"/>
                    <a:pt x="585" y="113"/>
                  </a:cubicBezTo>
                  <a:cubicBezTo>
                    <a:pt x="566" y="107"/>
                    <a:pt x="560" y="117"/>
                    <a:pt x="559" y="134"/>
                  </a:cubicBezTo>
                  <a:cubicBezTo>
                    <a:pt x="555" y="174"/>
                    <a:pt x="540" y="198"/>
                    <a:pt x="527" y="198"/>
                  </a:cubicBezTo>
                  <a:cubicBezTo>
                    <a:pt x="518" y="198"/>
                    <a:pt x="512" y="186"/>
                    <a:pt x="511" y="174"/>
                  </a:cubicBezTo>
                  <a:cubicBezTo>
                    <a:pt x="507" y="110"/>
                    <a:pt x="559" y="92"/>
                    <a:pt x="586" y="102"/>
                  </a:cubicBezTo>
                  <a:cubicBezTo>
                    <a:pt x="592" y="88"/>
                    <a:pt x="585" y="77"/>
                    <a:pt x="561" y="77"/>
                  </a:cubicBezTo>
                  <a:cubicBezTo>
                    <a:pt x="531" y="77"/>
                    <a:pt x="509" y="95"/>
                    <a:pt x="493" y="118"/>
                  </a:cubicBezTo>
                  <a:cubicBezTo>
                    <a:pt x="482" y="134"/>
                    <a:pt x="470" y="145"/>
                    <a:pt x="453" y="158"/>
                  </a:cubicBezTo>
                  <a:cubicBezTo>
                    <a:pt x="454" y="154"/>
                    <a:pt x="454" y="150"/>
                    <a:pt x="454" y="147"/>
                  </a:cubicBezTo>
                  <a:cubicBezTo>
                    <a:pt x="454" y="102"/>
                    <a:pt x="430" y="82"/>
                    <a:pt x="406" y="82"/>
                  </a:cubicBezTo>
                  <a:cubicBezTo>
                    <a:pt x="387" y="82"/>
                    <a:pt x="375" y="94"/>
                    <a:pt x="368" y="111"/>
                  </a:cubicBezTo>
                  <a:cubicBezTo>
                    <a:pt x="366" y="94"/>
                    <a:pt x="363" y="86"/>
                    <a:pt x="353" y="86"/>
                  </a:cubicBezTo>
                  <a:cubicBezTo>
                    <a:pt x="348" y="86"/>
                    <a:pt x="342" y="87"/>
                    <a:pt x="335" y="90"/>
                  </a:cubicBezTo>
                  <a:cubicBezTo>
                    <a:pt x="338" y="100"/>
                    <a:pt x="340" y="122"/>
                    <a:pt x="340" y="137"/>
                  </a:cubicBezTo>
                  <a:cubicBezTo>
                    <a:pt x="340" y="191"/>
                    <a:pt x="324" y="215"/>
                    <a:pt x="309" y="215"/>
                  </a:cubicBezTo>
                  <a:cubicBezTo>
                    <a:pt x="292" y="215"/>
                    <a:pt x="290" y="151"/>
                    <a:pt x="288" y="126"/>
                  </a:cubicBezTo>
                  <a:cubicBezTo>
                    <a:pt x="286" y="125"/>
                    <a:pt x="284" y="124"/>
                    <a:pt x="280" y="124"/>
                  </a:cubicBezTo>
                  <a:cubicBezTo>
                    <a:pt x="264" y="124"/>
                    <a:pt x="262" y="145"/>
                    <a:pt x="259" y="164"/>
                  </a:cubicBezTo>
                  <a:cubicBezTo>
                    <a:pt x="254" y="185"/>
                    <a:pt x="242" y="211"/>
                    <a:pt x="224" y="211"/>
                  </a:cubicBezTo>
                  <a:cubicBezTo>
                    <a:pt x="214" y="211"/>
                    <a:pt x="207" y="201"/>
                    <a:pt x="206" y="182"/>
                  </a:cubicBezTo>
                  <a:cubicBezTo>
                    <a:pt x="204" y="144"/>
                    <a:pt x="236" y="99"/>
                    <a:pt x="286" y="113"/>
                  </a:cubicBezTo>
                  <a:cubicBezTo>
                    <a:pt x="292" y="98"/>
                    <a:pt x="282" y="86"/>
                    <a:pt x="261" y="86"/>
                  </a:cubicBezTo>
                  <a:cubicBezTo>
                    <a:pt x="225" y="86"/>
                    <a:pt x="195" y="113"/>
                    <a:pt x="182" y="145"/>
                  </a:cubicBezTo>
                  <a:cubicBezTo>
                    <a:pt x="169" y="175"/>
                    <a:pt x="145" y="218"/>
                    <a:pt x="98" y="218"/>
                  </a:cubicBezTo>
                  <a:cubicBezTo>
                    <a:pt x="65" y="218"/>
                    <a:pt x="39" y="189"/>
                    <a:pt x="39" y="128"/>
                  </a:cubicBezTo>
                  <a:cubicBezTo>
                    <a:pt x="39" y="75"/>
                    <a:pt x="72" y="25"/>
                    <a:pt x="108" y="25"/>
                  </a:cubicBezTo>
                  <a:cubicBezTo>
                    <a:pt x="132" y="25"/>
                    <a:pt x="138" y="50"/>
                    <a:pt x="136" y="72"/>
                  </a:cubicBezTo>
                  <a:cubicBezTo>
                    <a:pt x="149" y="83"/>
                    <a:pt x="170" y="73"/>
                    <a:pt x="170" y="47"/>
                  </a:cubicBezTo>
                  <a:cubicBezTo>
                    <a:pt x="170" y="30"/>
                    <a:pt x="156" y="0"/>
                    <a:pt x="109" y="0"/>
                  </a:cubicBezTo>
                  <a:cubicBezTo>
                    <a:pt x="51" y="0"/>
                    <a:pt x="0" y="57"/>
                    <a:pt x="0" y="132"/>
                  </a:cubicBezTo>
                  <a:cubicBezTo>
                    <a:pt x="0" y="206"/>
                    <a:pt x="38" y="249"/>
                    <a:pt x="90" y="249"/>
                  </a:cubicBezTo>
                  <a:cubicBezTo>
                    <a:pt x="123" y="249"/>
                    <a:pt x="154" y="230"/>
                    <a:pt x="176" y="195"/>
                  </a:cubicBezTo>
                  <a:cubicBezTo>
                    <a:pt x="181" y="226"/>
                    <a:pt x="202" y="238"/>
                    <a:pt x="218" y="238"/>
                  </a:cubicBezTo>
                  <a:cubicBezTo>
                    <a:pt x="243" y="238"/>
                    <a:pt x="260" y="222"/>
                    <a:pt x="269" y="200"/>
                  </a:cubicBezTo>
                  <a:cubicBezTo>
                    <a:pt x="274" y="222"/>
                    <a:pt x="286" y="238"/>
                    <a:pt x="306" y="238"/>
                  </a:cubicBezTo>
                  <a:cubicBezTo>
                    <a:pt x="320" y="238"/>
                    <a:pt x="330" y="231"/>
                    <a:pt x="339" y="220"/>
                  </a:cubicBezTo>
                  <a:cubicBezTo>
                    <a:pt x="335" y="297"/>
                    <a:pt x="331" y="346"/>
                    <a:pt x="377" y="337"/>
                  </a:cubicBezTo>
                  <a:cubicBezTo>
                    <a:pt x="370" y="315"/>
                    <a:pt x="368" y="275"/>
                    <a:pt x="368" y="239"/>
                  </a:cubicBezTo>
                  <a:cubicBezTo>
                    <a:pt x="368" y="141"/>
                    <a:pt x="384" y="109"/>
                    <a:pt x="404" y="109"/>
                  </a:cubicBezTo>
                  <a:cubicBezTo>
                    <a:pt x="419" y="109"/>
                    <a:pt x="423" y="128"/>
                    <a:pt x="423" y="148"/>
                  </a:cubicBezTo>
                  <a:cubicBezTo>
                    <a:pt x="423" y="158"/>
                    <a:pt x="422" y="170"/>
                    <a:pt x="420" y="182"/>
                  </a:cubicBezTo>
                  <a:cubicBezTo>
                    <a:pt x="395" y="197"/>
                    <a:pt x="375" y="210"/>
                    <a:pt x="375" y="225"/>
                  </a:cubicBezTo>
                  <a:cubicBezTo>
                    <a:pt x="375" y="238"/>
                    <a:pt x="384" y="239"/>
                    <a:pt x="392" y="239"/>
                  </a:cubicBezTo>
                  <a:cubicBezTo>
                    <a:pt x="411" y="239"/>
                    <a:pt x="434" y="220"/>
                    <a:pt x="447" y="185"/>
                  </a:cubicBezTo>
                  <a:cubicBezTo>
                    <a:pt x="458" y="178"/>
                    <a:pt x="469" y="170"/>
                    <a:pt x="480" y="160"/>
                  </a:cubicBezTo>
                  <a:cubicBezTo>
                    <a:pt x="480" y="164"/>
                    <a:pt x="479" y="167"/>
                    <a:pt x="479" y="171"/>
                  </a:cubicBezTo>
                  <a:cubicBezTo>
                    <a:pt x="479" y="206"/>
                    <a:pt x="495" y="227"/>
                    <a:pt x="519" y="227"/>
                  </a:cubicBezTo>
                  <a:cubicBezTo>
                    <a:pt x="538" y="227"/>
                    <a:pt x="553" y="214"/>
                    <a:pt x="563" y="193"/>
                  </a:cubicBezTo>
                  <a:cubicBezTo>
                    <a:pt x="564" y="205"/>
                    <a:pt x="564" y="216"/>
                    <a:pt x="564" y="226"/>
                  </a:cubicBezTo>
                  <a:cubicBezTo>
                    <a:pt x="525" y="244"/>
                    <a:pt x="482" y="262"/>
                    <a:pt x="482" y="313"/>
                  </a:cubicBezTo>
                  <a:cubicBezTo>
                    <a:pt x="482" y="339"/>
                    <a:pt x="501" y="359"/>
                    <a:pt x="526" y="359"/>
                  </a:cubicBezTo>
                  <a:cubicBezTo>
                    <a:pt x="580" y="359"/>
                    <a:pt x="593" y="302"/>
                    <a:pt x="593" y="235"/>
                  </a:cubicBezTo>
                  <a:cubicBezTo>
                    <a:pt x="611" y="227"/>
                    <a:pt x="624" y="222"/>
                    <a:pt x="639" y="214"/>
                  </a:cubicBezTo>
                  <a:cubicBezTo>
                    <a:pt x="652" y="230"/>
                    <a:pt x="670" y="238"/>
                    <a:pt x="686" y="238"/>
                  </a:cubicBezTo>
                  <a:cubicBezTo>
                    <a:pt x="717" y="238"/>
                    <a:pt x="740" y="222"/>
                    <a:pt x="758" y="189"/>
                  </a:cubicBezTo>
                  <a:cubicBezTo>
                    <a:pt x="762" y="214"/>
                    <a:pt x="768" y="238"/>
                    <a:pt x="781" y="238"/>
                  </a:cubicBezTo>
                  <a:cubicBezTo>
                    <a:pt x="806" y="238"/>
                    <a:pt x="811" y="111"/>
                    <a:pt x="829" y="111"/>
                  </a:cubicBezTo>
                  <a:cubicBezTo>
                    <a:pt x="843" y="111"/>
                    <a:pt x="831" y="249"/>
                    <a:pt x="868" y="249"/>
                  </a:cubicBezTo>
                  <a:cubicBezTo>
                    <a:pt x="899" y="249"/>
                    <a:pt x="905" y="128"/>
                    <a:pt x="920" y="128"/>
                  </a:cubicBezTo>
                  <a:cubicBezTo>
                    <a:pt x="931" y="128"/>
                    <a:pt x="932" y="238"/>
                    <a:pt x="966" y="238"/>
                  </a:cubicBezTo>
                  <a:cubicBezTo>
                    <a:pt x="983" y="238"/>
                    <a:pt x="1001" y="218"/>
                    <a:pt x="1010" y="176"/>
                  </a:cubicBezTo>
                  <a:cubicBezTo>
                    <a:pt x="1014" y="204"/>
                    <a:pt x="1028" y="238"/>
                    <a:pt x="1056" y="238"/>
                  </a:cubicBezTo>
                  <a:cubicBezTo>
                    <a:pt x="1072" y="238"/>
                    <a:pt x="1086" y="222"/>
                    <a:pt x="1097" y="200"/>
                  </a:cubicBezTo>
                  <a:cubicBezTo>
                    <a:pt x="1100" y="223"/>
                    <a:pt x="1106" y="238"/>
                    <a:pt x="1118" y="238"/>
                  </a:cubicBezTo>
                  <a:cubicBezTo>
                    <a:pt x="1150" y="238"/>
                    <a:pt x="1149" y="112"/>
                    <a:pt x="1174" y="112"/>
                  </a:cubicBezTo>
                  <a:cubicBezTo>
                    <a:pt x="1194" y="112"/>
                    <a:pt x="1188" y="238"/>
                    <a:pt x="1235" y="238"/>
                  </a:cubicBezTo>
                  <a:cubicBezTo>
                    <a:pt x="1257" y="238"/>
                    <a:pt x="1268" y="220"/>
                    <a:pt x="1274" y="196"/>
                  </a:cubicBezTo>
                  <a:cubicBezTo>
                    <a:pt x="1283" y="231"/>
                    <a:pt x="1297" y="238"/>
                    <a:pt x="1308" y="238"/>
                  </a:cubicBezTo>
                  <a:cubicBezTo>
                    <a:pt x="1315" y="238"/>
                    <a:pt x="1321" y="236"/>
                    <a:pt x="1328" y="227"/>
                  </a:cubicBezTo>
                  <a:cubicBezTo>
                    <a:pt x="1292" y="212"/>
                    <a:pt x="1295" y="155"/>
                    <a:pt x="1295" y="118"/>
                  </a:cubicBezTo>
                  <a:moveTo>
                    <a:pt x="528" y="335"/>
                  </a:moveTo>
                  <a:cubicBezTo>
                    <a:pt x="517" y="335"/>
                    <a:pt x="511" y="325"/>
                    <a:pt x="511" y="313"/>
                  </a:cubicBezTo>
                  <a:cubicBezTo>
                    <a:pt x="511" y="280"/>
                    <a:pt x="535" y="263"/>
                    <a:pt x="564" y="248"/>
                  </a:cubicBezTo>
                  <a:cubicBezTo>
                    <a:pt x="563" y="319"/>
                    <a:pt x="546" y="335"/>
                    <a:pt x="528" y="335"/>
                  </a:cubicBezTo>
                  <a:moveTo>
                    <a:pt x="674" y="105"/>
                  </a:moveTo>
                  <a:cubicBezTo>
                    <a:pt x="685" y="105"/>
                    <a:pt x="692" y="115"/>
                    <a:pt x="691" y="129"/>
                  </a:cubicBezTo>
                  <a:cubicBezTo>
                    <a:pt x="689" y="146"/>
                    <a:pt x="677" y="166"/>
                    <a:pt x="655" y="181"/>
                  </a:cubicBezTo>
                  <a:cubicBezTo>
                    <a:pt x="644" y="149"/>
                    <a:pt x="653" y="105"/>
                    <a:pt x="674" y="105"/>
                  </a:cubicBezTo>
                </a:path>
              </a:pathLst>
            </a:custGeom>
            <a:solidFill>
              <a:srgbClr val="0070AD"/>
            </a:solidFill>
            <a:ln w="9525">
              <a:noFill/>
              <a:round/>
            </a:ln>
          </p:spPr>
          <p:txBody>
            <a:bodyPr vert="horz" wrap="square" lIns="91440" tIns="45720" rIns="91440" bIns="45720" numCol="1" anchor="t" anchorCtr="0" compatLnSpc="1"/>
            <a:lstStyle/>
            <a:p>
              <a:endParaRPr lang="en-GB"/>
            </a:p>
          </p:txBody>
        </p:sp>
        <p:sp>
          <p:nvSpPr>
            <p:cNvPr id="18" name="Freeform 13"/>
            <p:cNvSpPr/>
            <p:nvPr userDrawn="1"/>
          </p:nvSpPr>
          <p:spPr bwMode="auto">
            <a:xfrm>
              <a:off x="4013200" y="4541838"/>
              <a:ext cx="120650" cy="127000"/>
            </a:xfrm>
            <a:custGeom>
              <a:avLst/>
              <a:gdLst/>
              <a:ahLst/>
              <a:cxnLst>
                <a:cxn ang="0">
                  <a:pos x="19" y="39"/>
                </a:cxn>
                <a:cxn ang="0">
                  <a:pos x="37" y="19"/>
                </a:cxn>
                <a:cxn ang="0">
                  <a:pos x="19" y="0"/>
                </a:cxn>
                <a:cxn ang="0">
                  <a:pos x="0" y="20"/>
                </a:cxn>
                <a:cxn ang="0">
                  <a:pos x="19" y="39"/>
                </a:cxn>
              </a:cxnLst>
              <a:rect l="0" t="0" r="r" b="b"/>
              <a:pathLst>
                <a:path w="37" h="39">
                  <a:moveTo>
                    <a:pt x="19" y="39"/>
                  </a:moveTo>
                  <a:cubicBezTo>
                    <a:pt x="30" y="38"/>
                    <a:pt x="37" y="29"/>
                    <a:pt x="37" y="19"/>
                  </a:cubicBezTo>
                  <a:cubicBezTo>
                    <a:pt x="37" y="8"/>
                    <a:pt x="30" y="0"/>
                    <a:pt x="19" y="0"/>
                  </a:cubicBezTo>
                  <a:cubicBezTo>
                    <a:pt x="9" y="1"/>
                    <a:pt x="0" y="9"/>
                    <a:pt x="0" y="20"/>
                  </a:cubicBezTo>
                  <a:cubicBezTo>
                    <a:pt x="0" y="31"/>
                    <a:pt x="9" y="39"/>
                    <a:pt x="19" y="39"/>
                  </a:cubicBezTo>
                </a:path>
              </a:pathLst>
            </a:custGeom>
            <a:solidFill>
              <a:srgbClr val="0070AD"/>
            </a:solidFill>
            <a:ln w="9525">
              <a:noFill/>
              <a:round/>
            </a:ln>
          </p:spPr>
          <p:txBody>
            <a:bodyPr vert="horz" wrap="square" lIns="91440" tIns="45720" rIns="91440" bIns="45720" numCol="1" anchor="t" anchorCtr="0" compatLnSpc="1"/>
            <a:lstStyle/>
            <a:p>
              <a:endParaRPr lang="en-GB"/>
            </a:p>
          </p:txBody>
        </p:sp>
        <p:sp>
          <p:nvSpPr>
            <p:cNvPr id="19" name="Freeform 14"/>
            <p:cNvSpPr/>
            <p:nvPr userDrawn="1"/>
          </p:nvSpPr>
          <p:spPr bwMode="auto">
            <a:xfrm>
              <a:off x="4870450" y="4564063"/>
              <a:ext cx="112713" cy="125413"/>
            </a:xfrm>
            <a:custGeom>
              <a:avLst/>
              <a:gdLst/>
              <a:ahLst/>
              <a:cxnLst>
                <a:cxn ang="0">
                  <a:pos x="17" y="37"/>
                </a:cxn>
                <a:cxn ang="0">
                  <a:pos x="34" y="18"/>
                </a:cxn>
                <a:cxn ang="0">
                  <a:pos x="17" y="0"/>
                </a:cxn>
                <a:cxn ang="0">
                  <a:pos x="0" y="19"/>
                </a:cxn>
                <a:cxn ang="0">
                  <a:pos x="17" y="37"/>
                </a:cxn>
              </a:cxnLst>
              <a:rect l="0" t="0" r="r" b="b"/>
              <a:pathLst>
                <a:path w="34" h="38">
                  <a:moveTo>
                    <a:pt x="17" y="37"/>
                  </a:moveTo>
                  <a:cubicBezTo>
                    <a:pt x="26" y="37"/>
                    <a:pt x="34" y="28"/>
                    <a:pt x="34" y="18"/>
                  </a:cubicBezTo>
                  <a:cubicBezTo>
                    <a:pt x="34" y="8"/>
                    <a:pt x="26" y="0"/>
                    <a:pt x="17" y="0"/>
                  </a:cubicBezTo>
                  <a:cubicBezTo>
                    <a:pt x="7" y="1"/>
                    <a:pt x="0" y="9"/>
                    <a:pt x="0" y="19"/>
                  </a:cubicBezTo>
                  <a:cubicBezTo>
                    <a:pt x="0" y="30"/>
                    <a:pt x="7" y="38"/>
                    <a:pt x="17" y="37"/>
                  </a:cubicBezTo>
                </a:path>
              </a:pathLst>
            </a:custGeom>
            <a:solidFill>
              <a:srgbClr val="0070AD"/>
            </a:solidFill>
            <a:ln w="9525">
              <a:noFill/>
              <a:round/>
            </a:ln>
          </p:spPr>
          <p:txBody>
            <a:bodyPr vert="horz" wrap="square" lIns="91440" tIns="45720" rIns="91440" bIns="45720" numCol="1" anchor="t" anchorCtr="0" compatLnSpc="1"/>
            <a:lstStyle/>
            <a:p>
              <a:endParaRPr lang="en-GB"/>
            </a:p>
          </p:txBody>
        </p:sp>
        <p:sp>
          <p:nvSpPr>
            <p:cNvPr id="20" name="Freeform 15"/>
            <p:cNvSpPr/>
            <p:nvPr userDrawn="1"/>
          </p:nvSpPr>
          <p:spPr bwMode="auto">
            <a:xfrm>
              <a:off x="5143500" y="4465638"/>
              <a:ext cx="939800" cy="796925"/>
            </a:xfrm>
            <a:custGeom>
              <a:avLst/>
              <a:gdLst/>
              <a:ahLst/>
              <a:cxnLst>
                <a:cxn ang="0">
                  <a:pos x="286" y="152"/>
                </a:cxn>
                <a:cxn ang="0">
                  <a:pos x="237" y="50"/>
                </a:cxn>
                <a:cxn ang="0">
                  <a:pos x="160" y="3"/>
                </a:cxn>
                <a:cxn ang="0">
                  <a:pos x="153" y="0"/>
                </a:cxn>
                <a:cxn ang="0">
                  <a:pos x="153" y="0"/>
                </a:cxn>
                <a:cxn ang="0">
                  <a:pos x="0" y="158"/>
                </a:cxn>
                <a:cxn ang="0">
                  <a:pos x="53" y="236"/>
                </a:cxn>
                <a:cxn ang="0">
                  <a:pos x="107" y="237"/>
                </a:cxn>
                <a:cxn ang="0">
                  <a:pos x="148" y="210"/>
                </a:cxn>
                <a:cxn ang="0">
                  <a:pos x="240" y="111"/>
                </a:cxn>
                <a:cxn ang="0">
                  <a:pos x="287" y="154"/>
                </a:cxn>
                <a:cxn ang="0">
                  <a:pos x="286" y="152"/>
                </a:cxn>
              </a:cxnLst>
              <a:rect l="0" t="0" r="r" b="b"/>
              <a:pathLst>
                <a:path w="287" h="243">
                  <a:moveTo>
                    <a:pt x="286" y="152"/>
                  </a:moveTo>
                  <a:cubicBezTo>
                    <a:pt x="286" y="111"/>
                    <a:pt x="267" y="77"/>
                    <a:pt x="237" y="50"/>
                  </a:cubicBezTo>
                  <a:cubicBezTo>
                    <a:pt x="215" y="30"/>
                    <a:pt x="188" y="14"/>
                    <a:pt x="160" y="3"/>
                  </a:cubicBezTo>
                  <a:cubicBezTo>
                    <a:pt x="158" y="2"/>
                    <a:pt x="156" y="1"/>
                    <a:pt x="153" y="0"/>
                  </a:cubicBezTo>
                  <a:cubicBezTo>
                    <a:pt x="153" y="0"/>
                    <a:pt x="153" y="0"/>
                    <a:pt x="153" y="0"/>
                  </a:cubicBezTo>
                  <a:cubicBezTo>
                    <a:pt x="119" y="41"/>
                    <a:pt x="0" y="72"/>
                    <a:pt x="0" y="158"/>
                  </a:cubicBezTo>
                  <a:cubicBezTo>
                    <a:pt x="0" y="192"/>
                    <a:pt x="21" y="223"/>
                    <a:pt x="53" y="236"/>
                  </a:cubicBezTo>
                  <a:cubicBezTo>
                    <a:pt x="71" y="243"/>
                    <a:pt x="89" y="243"/>
                    <a:pt x="107" y="237"/>
                  </a:cubicBezTo>
                  <a:cubicBezTo>
                    <a:pt x="123" y="232"/>
                    <a:pt x="137" y="222"/>
                    <a:pt x="148" y="210"/>
                  </a:cubicBezTo>
                  <a:cubicBezTo>
                    <a:pt x="182" y="171"/>
                    <a:pt x="197" y="111"/>
                    <a:pt x="240" y="111"/>
                  </a:cubicBezTo>
                  <a:cubicBezTo>
                    <a:pt x="279" y="111"/>
                    <a:pt x="284" y="139"/>
                    <a:pt x="287" y="154"/>
                  </a:cubicBezTo>
                  <a:cubicBezTo>
                    <a:pt x="287" y="154"/>
                    <a:pt x="287" y="153"/>
                    <a:pt x="286" y="152"/>
                  </a:cubicBezTo>
                </a:path>
              </a:pathLst>
            </a:custGeom>
            <a:solidFill>
              <a:srgbClr val="0070AD"/>
            </a:solidFill>
            <a:ln w="9525">
              <a:noFill/>
              <a:round/>
            </a:ln>
          </p:spPr>
          <p:txBody>
            <a:bodyPr vert="horz" wrap="square" lIns="91440" tIns="45720" rIns="91440" bIns="45720" numCol="1" anchor="t" anchorCtr="0" compatLnSpc="1"/>
            <a:lstStyle/>
            <a:p>
              <a:endParaRPr lang="en-GB"/>
            </a:p>
          </p:txBody>
        </p:sp>
      </p:grpSp>
      <p:sp>
        <p:nvSpPr>
          <p:cNvPr id="22" name="Subtitle 2"/>
          <p:cNvSpPr>
            <a:spLocks noGrp="1"/>
          </p:cNvSpPr>
          <p:nvPr>
            <p:ph type="subTitle" idx="1" hasCustomPrompt="1"/>
          </p:nvPr>
        </p:nvSpPr>
        <p:spPr>
          <a:xfrm>
            <a:off x="5665976" y="1690688"/>
            <a:ext cx="6234859" cy="11260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marL="0" marR="0" indent="0" algn="l" defTabSz="914400" rtl="0" eaLnBrk="1" fontAlgn="auto" latinLnBrk="0" hangingPunct="1">
              <a:lnSpc>
                <a:spcPts val="1800"/>
              </a:lnSpc>
              <a:spcBef>
                <a:spcPts val="0"/>
              </a:spcBef>
              <a:spcAft>
                <a:spcPts val="0"/>
              </a:spcAft>
              <a:buClrTx/>
              <a:buSzTx/>
              <a:buFont typeface="Arial" panose="020B0604020202020204" pitchFamily="34" charset="0"/>
              <a:buNone/>
              <a:defRPr lang="en-US" sz="1600" dirty="0">
                <a:solidFill>
                  <a:schemeClr val="bg1"/>
                </a:solidFill>
              </a:defRPr>
            </a:lvl1pPr>
          </a:lstStyle>
          <a:p>
            <a:pPr marL="0" lvl="0"/>
            <a:r>
              <a:rPr lang="en-US"/>
              <a:t>Click to insert presenter, location, and date</a:t>
            </a:r>
          </a:p>
        </p:txBody>
      </p:sp>
      <p:sp>
        <p:nvSpPr>
          <p:cNvPr id="2" name="Titre 1"/>
          <p:cNvSpPr>
            <a:spLocks noGrp="1"/>
          </p:cNvSpPr>
          <p:nvPr>
            <p:ph type="title" hasCustomPrompt="1"/>
          </p:nvPr>
        </p:nvSpPr>
        <p:spPr>
          <a:xfrm>
            <a:off x="5655320" y="622300"/>
            <a:ext cx="6260455" cy="1068388"/>
          </a:xfrm>
          <a:prstGeom prst="rect">
            <a:avLst/>
          </a:prstGeom>
        </p:spPr>
        <p:txBody>
          <a:bodyPr lIns="0" anchor="b"/>
          <a:lstStyle>
            <a:lvl1pPr>
              <a:defRPr sz="2600">
                <a:solidFill>
                  <a:schemeClr val="accent2"/>
                </a:solidFill>
              </a:defRPr>
            </a:lvl1pPr>
          </a:lstStyle>
          <a:p>
            <a:r>
              <a:rPr lang="en-US"/>
              <a:t>Click to insert title</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OnePager Template 2017 NL">
    <p:spTree>
      <p:nvGrpSpPr>
        <p:cNvPr id="1" name=""/>
        <p:cNvGrpSpPr/>
        <p:nvPr/>
      </p:nvGrpSpPr>
      <p:grpSpPr>
        <a:xfrm>
          <a:off x="0" y="0"/>
          <a:ext cx="0" cy="0"/>
          <a:chOff x="0" y="0"/>
          <a:chExt cx="0" cy="0"/>
        </a:xfrm>
      </p:grpSpPr>
      <p:pic>
        <p:nvPicPr>
          <p:cNvPr id="11" name="Picture 3"/>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270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11"/>
          <p:cNvSpPr txBox="1">
            <a:spLocks noChangeArrowheads="1"/>
          </p:cNvSpPr>
          <p:nvPr userDrawn="1"/>
        </p:nvSpPr>
        <p:spPr bwMode="auto">
          <a:xfrm>
            <a:off x="626268" y="2469484"/>
            <a:ext cx="1392238" cy="276225"/>
          </a:xfrm>
          <a:prstGeom prst="rect">
            <a:avLst/>
          </a:prstGeom>
          <a:noFill/>
          <a:ln>
            <a:noFill/>
          </a:ln>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fontAlgn="base">
              <a:spcBef>
                <a:spcPct val="0"/>
              </a:spcBef>
              <a:spcAft>
                <a:spcPct val="0"/>
              </a:spcAft>
              <a:defRPr>
                <a:solidFill>
                  <a:schemeClr val="tx1"/>
                </a:solidFill>
                <a:latin typeface="Verdana" panose="020B0604030504040204" pitchFamily="34" charset="0"/>
              </a:defRPr>
            </a:lvl6pPr>
            <a:lvl7pPr marL="2971800" indent="-228600" fontAlgn="base">
              <a:spcBef>
                <a:spcPct val="0"/>
              </a:spcBef>
              <a:spcAft>
                <a:spcPct val="0"/>
              </a:spcAft>
              <a:defRPr>
                <a:solidFill>
                  <a:schemeClr val="tx1"/>
                </a:solidFill>
                <a:latin typeface="Verdana" panose="020B0604030504040204" pitchFamily="34" charset="0"/>
              </a:defRPr>
            </a:lvl7pPr>
            <a:lvl8pPr marL="3429000" indent="-228600" fontAlgn="base">
              <a:spcBef>
                <a:spcPct val="0"/>
              </a:spcBef>
              <a:spcAft>
                <a:spcPct val="0"/>
              </a:spcAft>
              <a:defRPr>
                <a:solidFill>
                  <a:schemeClr val="tx1"/>
                </a:solidFill>
                <a:latin typeface="Verdana" panose="020B0604030504040204" pitchFamily="34" charset="0"/>
              </a:defRPr>
            </a:lvl8pPr>
            <a:lvl9pPr marL="3886200" indent="-228600" fontAlgn="base">
              <a:spcBef>
                <a:spcPct val="0"/>
              </a:spcBef>
              <a:spcAft>
                <a:spcPct val="0"/>
              </a:spcAft>
              <a:defRPr>
                <a:solidFill>
                  <a:schemeClr val="tx1"/>
                </a:solidFill>
                <a:latin typeface="Verdana" panose="020B0604030504040204" pitchFamily="34" charset="0"/>
              </a:defRPr>
            </a:lvl9pPr>
          </a:lstStyle>
          <a:p>
            <a:pPr eaLnBrk="1" hangingPunct="1">
              <a:defRPr/>
            </a:pPr>
            <a:r>
              <a:rPr lang="nl-NL" altLang="nl-NL" sz="1200" b="1">
                <a:solidFill>
                  <a:srgbClr val="0070AD"/>
                </a:solidFill>
              </a:rPr>
              <a:t>Strengths</a:t>
            </a:r>
          </a:p>
        </p:txBody>
      </p:sp>
      <p:sp>
        <p:nvSpPr>
          <p:cNvPr id="13" name="TextBox 12"/>
          <p:cNvSpPr txBox="1">
            <a:spLocks noChangeArrowheads="1"/>
          </p:cNvSpPr>
          <p:nvPr userDrawn="1"/>
        </p:nvSpPr>
        <p:spPr bwMode="auto">
          <a:xfrm>
            <a:off x="5157789" y="2538372"/>
            <a:ext cx="1876425" cy="277813"/>
          </a:xfrm>
          <a:prstGeom prst="rect">
            <a:avLst/>
          </a:prstGeom>
          <a:noFill/>
          <a:ln>
            <a:noFill/>
          </a:ln>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fontAlgn="base">
              <a:spcBef>
                <a:spcPct val="0"/>
              </a:spcBef>
              <a:spcAft>
                <a:spcPct val="0"/>
              </a:spcAft>
              <a:defRPr>
                <a:solidFill>
                  <a:schemeClr val="tx1"/>
                </a:solidFill>
                <a:latin typeface="Verdana" panose="020B0604030504040204" pitchFamily="34" charset="0"/>
              </a:defRPr>
            </a:lvl6pPr>
            <a:lvl7pPr marL="2971800" indent="-228600" fontAlgn="base">
              <a:spcBef>
                <a:spcPct val="0"/>
              </a:spcBef>
              <a:spcAft>
                <a:spcPct val="0"/>
              </a:spcAft>
              <a:defRPr>
                <a:solidFill>
                  <a:schemeClr val="tx1"/>
                </a:solidFill>
                <a:latin typeface="Verdana" panose="020B0604030504040204" pitchFamily="34" charset="0"/>
              </a:defRPr>
            </a:lvl7pPr>
            <a:lvl8pPr marL="3429000" indent="-228600" fontAlgn="base">
              <a:spcBef>
                <a:spcPct val="0"/>
              </a:spcBef>
              <a:spcAft>
                <a:spcPct val="0"/>
              </a:spcAft>
              <a:defRPr>
                <a:solidFill>
                  <a:schemeClr val="tx1"/>
                </a:solidFill>
                <a:latin typeface="Verdana" panose="020B0604030504040204" pitchFamily="34" charset="0"/>
              </a:defRPr>
            </a:lvl8pPr>
            <a:lvl9pPr marL="3886200" indent="-228600" fontAlgn="base">
              <a:spcBef>
                <a:spcPct val="0"/>
              </a:spcBef>
              <a:spcAft>
                <a:spcPct val="0"/>
              </a:spcAft>
              <a:defRPr>
                <a:solidFill>
                  <a:schemeClr val="tx1"/>
                </a:solidFill>
                <a:latin typeface="Verdana" panose="020B0604030504040204" pitchFamily="34" charset="0"/>
              </a:defRPr>
            </a:lvl9pPr>
          </a:lstStyle>
          <a:p>
            <a:pPr eaLnBrk="1" hangingPunct="1">
              <a:defRPr/>
            </a:pPr>
            <a:r>
              <a:rPr lang="nl-NL" altLang="nl-NL" sz="1200" b="1">
                <a:solidFill>
                  <a:srgbClr val="0070AD"/>
                </a:solidFill>
              </a:rPr>
              <a:t>Achievement </a:t>
            </a:r>
          </a:p>
        </p:txBody>
      </p:sp>
      <p:sp>
        <p:nvSpPr>
          <p:cNvPr id="14" name="TextBox 13"/>
          <p:cNvSpPr txBox="1">
            <a:spLocks noChangeArrowheads="1"/>
          </p:cNvSpPr>
          <p:nvPr userDrawn="1"/>
        </p:nvSpPr>
        <p:spPr bwMode="auto">
          <a:xfrm>
            <a:off x="9366250" y="320675"/>
            <a:ext cx="2779713" cy="276225"/>
          </a:xfrm>
          <a:prstGeom prst="rect">
            <a:avLst/>
          </a:prstGeom>
          <a:noFill/>
          <a:ln>
            <a:noFill/>
          </a:ln>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fontAlgn="base">
              <a:spcBef>
                <a:spcPct val="0"/>
              </a:spcBef>
              <a:spcAft>
                <a:spcPct val="0"/>
              </a:spcAft>
              <a:defRPr>
                <a:solidFill>
                  <a:schemeClr val="tx1"/>
                </a:solidFill>
                <a:latin typeface="Verdana" panose="020B0604030504040204" pitchFamily="34" charset="0"/>
              </a:defRPr>
            </a:lvl6pPr>
            <a:lvl7pPr marL="2971800" indent="-228600" fontAlgn="base">
              <a:spcBef>
                <a:spcPct val="0"/>
              </a:spcBef>
              <a:spcAft>
                <a:spcPct val="0"/>
              </a:spcAft>
              <a:defRPr>
                <a:solidFill>
                  <a:schemeClr val="tx1"/>
                </a:solidFill>
                <a:latin typeface="Verdana" panose="020B0604030504040204" pitchFamily="34" charset="0"/>
              </a:defRPr>
            </a:lvl7pPr>
            <a:lvl8pPr marL="3429000" indent="-228600" fontAlgn="base">
              <a:spcBef>
                <a:spcPct val="0"/>
              </a:spcBef>
              <a:spcAft>
                <a:spcPct val="0"/>
              </a:spcAft>
              <a:defRPr>
                <a:solidFill>
                  <a:schemeClr val="tx1"/>
                </a:solidFill>
                <a:latin typeface="Verdana" panose="020B0604030504040204" pitchFamily="34" charset="0"/>
              </a:defRPr>
            </a:lvl8pPr>
            <a:lvl9pPr marL="3886200" indent="-228600" fontAlgn="base">
              <a:spcBef>
                <a:spcPct val="0"/>
              </a:spcBef>
              <a:spcAft>
                <a:spcPct val="0"/>
              </a:spcAft>
              <a:defRPr>
                <a:solidFill>
                  <a:schemeClr val="tx1"/>
                </a:solidFill>
                <a:latin typeface="Verdana" panose="020B0604030504040204" pitchFamily="34" charset="0"/>
              </a:defRPr>
            </a:lvl9pPr>
          </a:lstStyle>
          <a:p>
            <a:pPr eaLnBrk="1" hangingPunct="1">
              <a:defRPr/>
            </a:pPr>
            <a:r>
              <a:rPr lang="nl-NL" altLang="nl-NL" sz="1200" b="1">
                <a:solidFill>
                  <a:srgbClr val="0070AD"/>
                </a:solidFill>
              </a:rPr>
              <a:t>Education and certificates</a:t>
            </a:r>
          </a:p>
        </p:txBody>
      </p:sp>
      <p:grpSp>
        <p:nvGrpSpPr>
          <p:cNvPr id="15" name="Group 2"/>
          <p:cNvGrpSpPr/>
          <p:nvPr userDrawn="1"/>
        </p:nvGrpSpPr>
        <p:grpSpPr bwMode="auto">
          <a:xfrm>
            <a:off x="2349500" y="1057275"/>
            <a:ext cx="1566863" cy="1108075"/>
            <a:chOff x="2384425" y="1239838"/>
            <a:chExt cx="1143000" cy="898525"/>
          </a:xfrm>
        </p:grpSpPr>
        <p:sp>
          <p:nvSpPr>
            <p:cNvPr id="17" name="TextBox 11"/>
            <p:cNvSpPr txBox="1">
              <a:spLocks noChangeArrowheads="1"/>
            </p:cNvSpPr>
            <p:nvPr/>
          </p:nvSpPr>
          <p:spPr bwMode="white">
            <a:xfrm>
              <a:off x="2385583" y="1429069"/>
              <a:ext cx="1141842" cy="429953"/>
            </a:xfrm>
            <a:prstGeom prst="rect">
              <a:avLst/>
            </a:prstGeom>
            <a:noFill/>
            <a:ln>
              <a:noFill/>
            </a:ln>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defRPr/>
              </a:pPr>
              <a:r>
                <a:rPr lang="nl-NL" altLang="nl-NL" sz="1100" b="1">
                  <a:solidFill>
                    <a:schemeClr val="bg1"/>
                  </a:solidFill>
                </a:rPr>
                <a:t>Base Location:</a:t>
              </a:r>
            </a:p>
          </p:txBody>
        </p:sp>
        <p:sp>
          <p:nvSpPr>
            <p:cNvPr id="18" name="TextBox 12"/>
            <p:cNvSpPr txBox="1">
              <a:spLocks noChangeArrowheads="1"/>
            </p:cNvSpPr>
            <p:nvPr/>
          </p:nvSpPr>
          <p:spPr bwMode="white">
            <a:xfrm>
              <a:off x="2385583" y="1628598"/>
              <a:ext cx="1141842" cy="212402"/>
            </a:xfrm>
            <a:prstGeom prst="rect">
              <a:avLst/>
            </a:prstGeom>
            <a:noFill/>
            <a:ln>
              <a:noFill/>
            </a:ln>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defRPr/>
              </a:pPr>
              <a:r>
                <a:rPr lang="nl-NL" altLang="nl-NL" sz="1100" b="1">
                  <a:solidFill>
                    <a:schemeClr val="bg1"/>
                  </a:solidFill>
                </a:rPr>
                <a:t>Email ID:</a:t>
              </a:r>
            </a:p>
          </p:txBody>
        </p:sp>
        <p:sp>
          <p:nvSpPr>
            <p:cNvPr id="19" name="TextBox 13"/>
            <p:cNvSpPr txBox="1">
              <a:spLocks noChangeArrowheads="1"/>
            </p:cNvSpPr>
            <p:nvPr/>
          </p:nvSpPr>
          <p:spPr bwMode="white">
            <a:xfrm>
              <a:off x="2385583" y="1820404"/>
              <a:ext cx="1141842" cy="212402"/>
            </a:xfrm>
            <a:prstGeom prst="rect">
              <a:avLst/>
            </a:prstGeom>
            <a:noFill/>
            <a:ln>
              <a:noFill/>
            </a:ln>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defRPr/>
              </a:pPr>
              <a:r>
                <a:rPr lang="nl-NL" altLang="nl-NL" sz="1100" b="1">
                  <a:solidFill>
                    <a:schemeClr val="bg1"/>
                  </a:solidFill>
                </a:rPr>
                <a:t>Mobile No:</a:t>
              </a:r>
            </a:p>
          </p:txBody>
        </p:sp>
        <p:sp>
          <p:nvSpPr>
            <p:cNvPr id="20" name="Rectangle 19"/>
            <p:cNvSpPr/>
            <p:nvPr/>
          </p:nvSpPr>
          <p:spPr bwMode="white">
            <a:xfrm>
              <a:off x="2384425" y="1239838"/>
              <a:ext cx="1104784" cy="8985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nl-NL"/>
            </a:p>
          </p:txBody>
        </p:sp>
      </p:grpSp>
      <p:sp>
        <p:nvSpPr>
          <p:cNvPr id="22" name="TextBox 13"/>
          <p:cNvSpPr txBox="1">
            <a:spLocks noChangeArrowheads="1"/>
          </p:cNvSpPr>
          <p:nvPr userDrawn="1"/>
        </p:nvSpPr>
        <p:spPr bwMode="white">
          <a:xfrm>
            <a:off x="2357438" y="1990725"/>
            <a:ext cx="1563687" cy="260350"/>
          </a:xfrm>
          <a:prstGeom prst="rect">
            <a:avLst/>
          </a:prstGeom>
          <a:noFill/>
          <a:ln>
            <a:noFill/>
          </a:ln>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defRPr/>
            </a:pPr>
            <a:r>
              <a:rPr lang="nl-NL" altLang="nl-NL" sz="1100" b="1">
                <a:solidFill>
                  <a:schemeClr val="bg1"/>
                </a:solidFill>
              </a:rPr>
              <a:t>Grade:</a:t>
            </a:r>
          </a:p>
        </p:txBody>
      </p:sp>
      <p:pic>
        <p:nvPicPr>
          <p:cNvPr id="24" name="Picture 8" descr="Strengths"/>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7788" y="2133600"/>
            <a:ext cx="611187"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 name="Picture 12" descr="Achievement, trophy icon"/>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4740275" y="2362200"/>
            <a:ext cx="446088" cy="446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ext Placeholder 5"/>
          <p:cNvSpPr>
            <a:spLocks noGrp="1"/>
          </p:cNvSpPr>
          <p:nvPr>
            <p:ph type="body" sz="quarter" idx="36"/>
          </p:nvPr>
        </p:nvSpPr>
        <p:spPr>
          <a:xfrm>
            <a:off x="4836699" y="2995865"/>
            <a:ext cx="4009644" cy="3621503"/>
          </a:xfrm>
        </p:spPr>
        <p:txBody>
          <a:bodyPr>
            <a:noAutofit/>
          </a:bodyPr>
          <a:lstStyle>
            <a:lvl1pPr>
              <a:lnSpc>
                <a:spcPct val="150000"/>
              </a:lnSpc>
              <a:defRPr sz="1000" i="0" u="none" baseline="0"/>
            </a:lvl1pPr>
            <a:lvl2pPr>
              <a:lnSpc>
                <a:spcPct val="114000"/>
              </a:lnSpc>
              <a:defRPr/>
            </a:lvl2pPr>
          </a:lstStyle>
          <a:p>
            <a:pPr lvl="0"/>
            <a:r>
              <a:rPr lang="en-US"/>
              <a:t>Click to edit Master text styles</a:t>
            </a:r>
          </a:p>
          <a:p>
            <a:pPr lvl="1"/>
            <a:r>
              <a:rPr lang="en-US"/>
              <a:t>Second level</a:t>
            </a:r>
          </a:p>
        </p:txBody>
      </p:sp>
      <p:sp>
        <p:nvSpPr>
          <p:cNvPr id="23" name="Text Placeholder 5"/>
          <p:cNvSpPr>
            <a:spLocks noGrp="1"/>
          </p:cNvSpPr>
          <p:nvPr>
            <p:ph type="body" sz="quarter" idx="41"/>
          </p:nvPr>
        </p:nvSpPr>
        <p:spPr bwMode="white">
          <a:xfrm>
            <a:off x="2468282" y="290679"/>
            <a:ext cx="6223654" cy="306703"/>
          </a:xfrm>
        </p:spPr>
        <p:txBody>
          <a:bodyPr>
            <a:noAutofit/>
          </a:bodyPr>
          <a:lstStyle>
            <a:lvl1pPr>
              <a:defRPr sz="2100" b="1" baseline="0">
                <a:solidFill>
                  <a:schemeClr val="bg1"/>
                </a:solidFill>
              </a:defRPr>
            </a:lvl1pPr>
          </a:lstStyle>
          <a:p>
            <a:pPr lvl="0"/>
            <a:r>
              <a:rPr lang="en-US"/>
              <a:t>Click to edit Master text styles</a:t>
            </a:r>
          </a:p>
        </p:txBody>
      </p:sp>
      <p:sp>
        <p:nvSpPr>
          <p:cNvPr id="25" name="Text Placeholder 5"/>
          <p:cNvSpPr>
            <a:spLocks noGrp="1"/>
          </p:cNvSpPr>
          <p:nvPr>
            <p:ph type="body" sz="quarter" idx="42"/>
          </p:nvPr>
        </p:nvSpPr>
        <p:spPr bwMode="white">
          <a:xfrm>
            <a:off x="2468279" y="665942"/>
            <a:ext cx="6056596" cy="321205"/>
          </a:xfrm>
        </p:spPr>
        <p:txBody>
          <a:bodyPr>
            <a:noAutofit/>
          </a:bodyPr>
          <a:lstStyle>
            <a:lvl1pPr marL="0" marR="0" indent="0" algn="l" defTabSz="914400" rtl="0" eaLnBrk="1" fontAlgn="auto" latinLnBrk="0" hangingPunct="1">
              <a:lnSpc>
                <a:spcPts val="2200"/>
              </a:lnSpc>
              <a:spcBef>
                <a:spcPts val="0"/>
              </a:spcBef>
              <a:spcAft>
                <a:spcPts val="600"/>
              </a:spcAft>
              <a:buClrTx/>
              <a:buSzTx/>
              <a:buFont typeface="Arial" panose="020B0604020202020204" pitchFamily="34" charset="0"/>
              <a:buNone/>
              <a:defRPr sz="1400">
                <a:solidFill>
                  <a:schemeClr val="bg1"/>
                </a:solidFill>
              </a:defRPr>
            </a:lvl1pPr>
          </a:lstStyle>
          <a:p>
            <a:pPr lvl="0"/>
            <a:r>
              <a:rPr lang="en-US"/>
              <a:t>Click to edit Master text styles</a:t>
            </a:r>
          </a:p>
        </p:txBody>
      </p:sp>
      <p:sp>
        <p:nvSpPr>
          <p:cNvPr id="26" name="Text Placeholder 5"/>
          <p:cNvSpPr>
            <a:spLocks noGrp="1"/>
          </p:cNvSpPr>
          <p:nvPr>
            <p:ph type="body" sz="quarter" idx="43"/>
          </p:nvPr>
        </p:nvSpPr>
        <p:spPr bwMode="white">
          <a:xfrm>
            <a:off x="3696643" y="1280458"/>
            <a:ext cx="2373312" cy="295449"/>
          </a:xfrm>
        </p:spPr>
        <p:txBody>
          <a:bodyPr>
            <a:noAutofit/>
          </a:bodyPr>
          <a:lstStyle>
            <a:lvl1pPr>
              <a:defRPr sz="1100">
                <a:solidFill>
                  <a:schemeClr val="bg1"/>
                </a:solidFill>
              </a:defRPr>
            </a:lvl1pPr>
          </a:lstStyle>
          <a:p>
            <a:pPr lvl="0"/>
            <a:r>
              <a:rPr lang="en-US"/>
              <a:t>Click to edit Master text styles</a:t>
            </a:r>
          </a:p>
        </p:txBody>
      </p:sp>
      <p:sp>
        <p:nvSpPr>
          <p:cNvPr id="45" name="Picture Placeholder 44"/>
          <p:cNvSpPr>
            <a:spLocks noGrp="1"/>
          </p:cNvSpPr>
          <p:nvPr>
            <p:ph type="pic" sz="quarter" idx="46"/>
          </p:nvPr>
        </p:nvSpPr>
        <p:spPr bwMode="ltGray">
          <a:xfrm>
            <a:off x="383259" y="287492"/>
            <a:ext cx="1734208" cy="1735628"/>
          </a:xfrm>
          <a:prstGeom prst="ellipse">
            <a:avLst/>
          </a:prstGeom>
          <a:solidFill>
            <a:schemeClr val="bg1"/>
          </a:solidFill>
        </p:spPr>
        <p:txBody>
          <a:bodyPr rtlCol="0">
            <a:normAutofit/>
          </a:bodyPr>
          <a:lstStyle>
            <a:lvl1pPr>
              <a:lnSpc>
                <a:spcPct val="114000"/>
              </a:lnSpc>
              <a:defRPr sz="1000" baseline="0"/>
            </a:lvl1pPr>
          </a:lstStyle>
          <a:p>
            <a:pPr lvl="0"/>
            <a:r>
              <a:rPr lang="en-US" noProof="0"/>
              <a:t>Click icon to add picture</a:t>
            </a:r>
            <a:endParaRPr lang="nl-NL" noProof="0"/>
          </a:p>
        </p:txBody>
      </p:sp>
      <p:sp>
        <p:nvSpPr>
          <p:cNvPr id="46" name="Text Placeholder 5"/>
          <p:cNvSpPr>
            <a:spLocks noGrp="1"/>
          </p:cNvSpPr>
          <p:nvPr>
            <p:ph type="body" sz="quarter" idx="47"/>
          </p:nvPr>
        </p:nvSpPr>
        <p:spPr bwMode="white">
          <a:xfrm>
            <a:off x="3696026" y="1501534"/>
            <a:ext cx="2373312" cy="325397"/>
          </a:xfrm>
        </p:spPr>
        <p:txBody>
          <a:bodyPr>
            <a:noAutofit/>
          </a:bodyPr>
          <a:lstStyle>
            <a:lvl1pPr>
              <a:defRPr sz="1100">
                <a:solidFill>
                  <a:schemeClr val="bg1"/>
                </a:solidFill>
              </a:defRPr>
            </a:lvl1pPr>
          </a:lstStyle>
          <a:p>
            <a:pPr lvl="0"/>
            <a:r>
              <a:rPr lang="en-US"/>
              <a:t>Click to edit Master text styles</a:t>
            </a:r>
          </a:p>
        </p:txBody>
      </p:sp>
      <p:sp>
        <p:nvSpPr>
          <p:cNvPr id="47" name="Text Placeholder 5"/>
          <p:cNvSpPr>
            <a:spLocks noGrp="1"/>
          </p:cNvSpPr>
          <p:nvPr>
            <p:ph type="body" sz="quarter" idx="48"/>
          </p:nvPr>
        </p:nvSpPr>
        <p:spPr bwMode="white">
          <a:xfrm>
            <a:off x="3685536" y="1711595"/>
            <a:ext cx="2373312" cy="330250"/>
          </a:xfrm>
        </p:spPr>
        <p:txBody>
          <a:bodyPr>
            <a:noAutofit/>
          </a:bodyPr>
          <a:lstStyle>
            <a:lvl1pPr>
              <a:defRPr sz="1100">
                <a:solidFill>
                  <a:schemeClr val="bg1"/>
                </a:solidFill>
              </a:defRPr>
            </a:lvl1pPr>
          </a:lstStyle>
          <a:p>
            <a:pPr lvl="0"/>
            <a:r>
              <a:rPr lang="en-US"/>
              <a:t>Click to edit Master text styles</a:t>
            </a:r>
          </a:p>
        </p:txBody>
      </p:sp>
      <p:sp>
        <p:nvSpPr>
          <p:cNvPr id="34" name="Text Placeholder 5"/>
          <p:cNvSpPr>
            <a:spLocks noGrp="1"/>
          </p:cNvSpPr>
          <p:nvPr>
            <p:ph type="body" sz="quarter" idx="50"/>
          </p:nvPr>
        </p:nvSpPr>
        <p:spPr>
          <a:xfrm>
            <a:off x="383259" y="2995866"/>
            <a:ext cx="4056394" cy="3621502"/>
          </a:xfrm>
        </p:spPr>
        <p:txBody>
          <a:bodyPr>
            <a:noAutofit/>
          </a:bodyPr>
          <a:lstStyle>
            <a:lvl1pPr>
              <a:lnSpc>
                <a:spcPct val="114000"/>
              </a:lnSpc>
              <a:defRPr sz="1000" u="none" baseline="0"/>
            </a:lvl1pPr>
          </a:lstStyle>
          <a:p>
            <a:pPr lvl="0"/>
            <a:r>
              <a:rPr lang="en-US"/>
              <a:t>Click to edit Master text styles</a:t>
            </a:r>
          </a:p>
        </p:txBody>
      </p:sp>
      <p:sp>
        <p:nvSpPr>
          <p:cNvPr id="21" name="Text Placeholder 5"/>
          <p:cNvSpPr>
            <a:spLocks noGrp="1"/>
          </p:cNvSpPr>
          <p:nvPr>
            <p:ph type="body" sz="quarter" idx="51"/>
          </p:nvPr>
        </p:nvSpPr>
        <p:spPr bwMode="white">
          <a:xfrm>
            <a:off x="3690158" y="1891703"/>
            <a:ext cx="2373312" cy="330250"/>
          </a:xfrm>
        </p:spPr>
        <p:txBody>
          <a:bodyPr>
            <a:noAutofit/>
          </a:bodyPr>
          <a:lstStyle>
            <a:lvl1pPr>
              <a:defRPr sz="1100">
                <a:solidFill>
                  <a:schemeClr val="bg1"/>
                </a:solidFill>
              </a:defRPr>
            </a:lvl1pPr>
          </a:lstStyle>
          <a:p>
            <a:pPr lvl="0"/>
            <a:r>
              <a:rPr lang="en-US"/>
              <a:t>Click to edit Master text styles</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vmlDrawing" Target="../drawings/vmlDrawing1.vml"/><Relationship Id="rId26" Type="http://schemas.openxmlformats.org/officeDocument/2006/relationships/image" Target="../media/image1.emf"/><Relationship Id="rId3" Type="http://schemas.openxmlformats.org/officeDocument/2006/relationships/slideLayout" Target="../slideLayouts/slideLayout3.xml"/><Relationship Id="rId21" Type="http://schemas.openxmlformats.org/officeDocument/2006/relationships/tags" Target="../tags/tag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5" Type="http://schemas.openxmlformats.org/officeDocument/2006/relationships/oleObject" Target="../embeddings/oleObject1.bin"/><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ags" Target="../tags/tag3.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ags" Target="../tags/tag7.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ags" Target="../tags/tag6.xml"/><Relationship Id="rId10" Type="http://schemas.openxmlformats.org/officeDocument/2006/relationships/slideLayout" Target="../slideLayouts/slideLayout10.xml"/><Relationship Id="rId19" Type="http://schemas.openxmlformats.org/officeDocument/2006/relationships/tags" Target="../tags/tag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5.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tags" Target="../tags/tag31.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vmlDrawing" Target="../drawings/vmlDrawing11.v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theme" Target="../theme/theme2.xml"/><Relationship Id="rId5" Type="http://schemas.openxmlformats.org/officeDocument/2006/relationships/slideLayout" Target="../slideLayouts/slideLayout21.xml"/><Relationship Id="rId15" Type="http://schemas.openxmlformats.org/officeDocument/2006/relationships/image" Target="../media/image2.emf"/><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oleObject" Target="../embeddings/oleObject11.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19"/>
            </p:custDataLst>
          </p:nvPr>
        </p:nvGraphicFramePr>
        <p:xfrm>
          <a:off x="1" y="0"/>
          <a:ext cx="195385" cy="158750"/>
        </p:xfrm>
        <a:graphic>
          <a:graphicData uri="http://schemas.openxmlformats.org/presentationml/2006/ole">
            <mc:AlternateContent xmlns:mc="http://schemas.openxmlformats.org/markup-compatibility/2006">
              <mc:Choice xmlns:v="urn:schemas-microsoft-com:vml" Requires="v">
                <p:oleObj spid="_x0000_s1033" name="think-cell Slide" r:id="rId25" imgW="360" imgH="360" progId="">
                  <p:embed/>
                </p:oleObj>
              </mc:Choice>
              <mc:Fallback>
                <p:oleObj name="think-cell Slide" r:id="rId25" imgW="360" imgH="360" progId="">
                  <p:embed/>
                  <p:pic>
                    <p:nvPicPr>
                      <p:cNvPr id="0" name="Picture 7"/>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1" y="0"/>
                        <a:ext cx="195385"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Placeholder 1"/>
          <p:cNvSpPr>
            <a:spLocks noGrp="1"/>
          </p:cNvSpPr>
          <p:nvPr>
            <p:ph type="title"/>
            <p:custDataLst>
              <p:tags r:id="rId20"/>
            </p:custDataLst>
          </p:nvPr>
        </p:nvSpPr>
        <p:spPr>
          <a:xfrm>
            <a:off x="8" y="4"/>
            <a:ext cx="12191999" cy="1002135"/>
          </a:xfrm>
          <a:prstGeom prst="rect">
            <a:avLst/>
          </a:prstGeom>
        </p:spPr>
        <p:txBody>
          <a:bodyPr vert="horz" lIns="297529" tIns="33059" rIns="165294" bIns="33059" rtlCol="0" anchor="ctr">
            <a:noAutofit/>
          </a:bodyPr>
          <a:lstStyle/>
          <a:p>
            <a:r>
              <a:rPr lang="fr-FR" noProof="0"/>
              <a:t>Cliquez pour modifier le style du titre</a:t>
            </a:r>
            <a:endParaRPr lang="en-US" noProof="0"/>
          </a:p>
        </p:txBody>
      </p:sp>
      <p:sp>
        <p:nvSpPr>
          <p:cNvPr id="3" name="Text Placeholder 2"/>
          <p:cNvSpPr>
            <a:spLocks noGrp="1"/>
          </p:cNvSpPr>
          <p:nvPr>
            <p:ph type="body" idx="1"/>
            <p:custDataLst>
              <p:tags r:id="rId21"/>
            </p:custDataLst>
          </p:nvPr>
        </p:nvSpPr>
        <p:spPr>
          <a:xfrm>
            <a:off x="398028" y="1501977"/>
            <a:ext cx="11616154" cy="4636540"/>
          </a:xfrm>
          <a:prstGeom prst="rect">
            <a:avLst/>
          </a:prstGeom>
        </p:spPr>
        <p:txBody>
          <a:bodyPr vert="horz" lIns="108000" tIns="72000" rIns="72000" bIns="72000" rtlCol="0">
            <a:noAutofit/>
          </a:bodyPr>
          <a:lstStyle/>
          <a:p>
            <a:pPr lvl="0"/>
            <a:r>
              <a:rPr lang="en-US" noProof="0"/>
              <a:t>Click to edit Master text style</a:t>
            </a:r>
          </a:p>
          <a:p>
            <a:pPr lvl="1"/>
            <a:r>
              <a:rPr lang="en-US" noProof="0"/>
              <a:t>Text style level 2</a:t>
            </a:r>
          </a:p>
          <a:p>
            <a:pPr lvl="2"/>
            <a:r>
              <a:rPr lang="en-US" noProof="0"/>
              <a:t>Text style level 3</a:t>
            </a:r>
          </a:p>
          <a:p>
            <a:pPr lvl="3"/>
            <a:r>
              <a:rPr lang="en-US" noProof="0"/>
              <a:t>Text style level 4</a:t>
            </a:r>
          </a:p>
        </p:txBody>
      </p:sp>
      <p:sp>
        <p:nvSpPr>
          <p:cNvPr id="9" name="Freeform 4"/>
          <p:cNvSpPr/>
          <p:nvPr>
            <p:custDataLst>
              <p:tags r:id="rId22"/>
            </p:custDataLst>
          </p:nvPr>
        </p:nvSpPr>
        <p:spPr bwMode="auto">
          <a:xfrm>
            <a:off x="9" y="676402"/>
            <a:ext cx="12191999" cy="728122"/>
          </a:xfrm>
          <a:custGeom>
            <a:avLst/>
            <a:gdLst/>
            <a:ahLst/>
            <a:cxnLst>
              <a:cxn ang="0">
                <a:pos x="2965" y="93"/>
              </a:cxn>
              <a:cxn ang="0">
                <a:pos x="303" y="93"/>
              </a:cxn>
              <a:cxn ang="0">
                <a:pos x="151" y="187"/>
              </a:cxn>
              <a:cxn ang="0">
                <a:pos x="0" y="93"/>
              </a:cxn>
              <a:cxn ang="0">
                <a:pos x="0" y="112"/>
              </a:cxn>
              <a:cxn ang="0">
                <a:pos x="151" y="205"/>
              </a:cxn>
              <a:cxn ang="0">
                <a:pos x="303" y="112"/>
              </a:cxn>
              <a:cxn ang="0">
                <a:pos x="2965" y="112"/>
              </a:cxn>
              <a:cxn ang="0">
                <a:pos x="3118" y="19"/>
              </a:cxn>
              <a:cxn ang="0">
                <a:pos x="3118" y="0"/>
              </a:cxn>
              <a:cxn ang="0">
                <a:pos x="2965" y="93"/>
              </a:cxn>
            </a:cxnLst>
            <a:rect l="0" t="0" r="r" b="b"/>
            <a:pathLst>
              <a:path w="3118" h="205">
                <a:moveTo>
                  <a:pt x="2965" y="93"/>
                </a:moveTo>
                <a:cubicBezTo>
                  <a:pt x="303" y="93"/>
                  <a:pt x="303" y="93"/>
                  <a:pt x="303" y="93"/>
                </a:cubicBezTo>
                <a:cubicBezTo>
                  <a:pt x="183" y="93"/>
                  <a:pt x="151" y="187"/>
                  <a:pt x="151" y="187"/>
                </a:cubicBezTo>
                <a:cubicBezTo>
                  <a:pt x="151" y="187"/>
                  <a:pt x="119" y="93"/>
                  <a:pt x="0" y="93"/>
                </a:cubicBezTo>
                <a:cubicBezTo>
                  <a:pt x="0" y="112"/>
                  <a:pt x="0" y="112"/>
                  <a:pt x="0" y="112"/>
                </a:cubicBezTo>
                <a:cubicBezTo>
                  <a:pt x="119" y="112"/>
                  <a:pt x="151" y="205"/>
                  <a:pt x="151" y="205"/>
                </a:cubicBezTo>
                <a:cubicBezTo>
                  <a:pt x="151" y="205"/>
                  <a:pt x="183" y="112"/>
                  <a:pt x="303" y="112"/>
                </a:cubicBezTo>
                <a:cubicBezTo>
                  <a:pt x="2965" y="112"/>
                  <a:pt x="2965" y="112"/>
                  <a:pt x="2965" y="112"/>
                </a:cubicBezTo>
                <a:cubicBezTo>
                  <a:pt x="3085" y="112"/>
                  <a:pt x="3118" y="19"/>
                  <a:pt x="3118" y="19"/>
                </a:cubicBezTo>
                <a:cubicBezTo>
                  <a:pt x="3118" y="0"/>
                  <a:pt x="3118" y="0"/>
                  <a:pt x="3118" y="0"/>
                </a:cubicBezTo>
                <a:cubicBezTo>
                  <a:pt x="3118" y="0"/>
                  <a:pt x="3085" y="93"/>
                  <a:pt x="2965" y="93"/>
                </a:cubicBezTo>
                <a:close/>
              </a:path>
            </a:pathLst>
          </a:custGeom>
          <a:solidFill>
            <a:schemeClr val="accent5"/>
          </a:solidFill>
          <a:ln w="9525">
            <a:noFill/>
            <a:round/>
          </a:ln>
          <a:effectLst>
            <a:outerShdw blurRad="50800" dist="25400" dir="5400000" algn="t" rotWithShape="0">
              <a:prstClr val="black">
                <a:alpha val="31000"/>
              </a:prstClr>
            </a:outerShdw>
          </a:effectLst>
        </p:spPr>
        <p:txBody>
          <a:bodyPr vert="horz" wrap="square" lIns="99563" tIns="49782" rIns="99563" bIns="49782" numCol="1" anchor="t" anchorCtr="0" compatLnSpc="1"/>
          <a:lstStyle/>
          <a:p>
            <a:endParaRPr lang="fr-FR" sz="1800"/>
          </a:p>
        </p:txBody>
      </p:sp>
      <p:cxnSp>
        <p:nvCxnSpPr>
          <p:cNvPr id="15" name="Straight Connector 5"/>
          <p:cNvCxnSpPr/>
          <p:nvPr>
            <p:custDataLst>
              <p:tags r:id="rId23"/>
            </p:custDataLst>
          </p:nvPr>
        </p:nvCxnSpPr>
        <p:spPr>
          <a:xfrm flipH="1">
            <a:off x="9" y="6362700"/>
            <a:ext cx="12191999" cy="0"/>
          </a:xfrm>
          <a:prstGeom prst="line">
            <a:avLst/>
          </a:prstGeom>
          <a:ln w="9525" cmpd="sng">
            <a:solidFill>
              <a:schemeClr val="accent5"/>
            </a:solidFill>
          </a:ln>
          <a:effectLst/>
        </p:spPr>
        <p:style>
          <a:lnRef idx="2">
            <a:schemeClr val="accent1"/>
          </a:lnRef>
          <a:fillRef idx="0">
            <a:schemeClr val="accent1"/>
          </a:fillRef>
          <a:effectRef idx="1">
            <a:schemeClr val="accent1"/>
          </a:effectRef>
          <a:fontRef idx="minor">
            <a:schemeClr val="tx1"/>
          </a:fontRef>
        </p:style>
      </p:cxnSp>
      <p:grpSp>
        <p:nvGrpSpPr>
          <p:cNvPr id="14" name="Groupe 1"/>
          <p:cNvGrpSpPr/>
          <p:nvPr/>
        </p:nvGrpSpPr>
        <p:grpSpPr>
          <a:xfrm>
            <a:off x="11501102" y="171573"/>
            <a:ext cx="419436" cy="388988"/>
            <a:chOff x="11501102" y="171573"/>
            <a:chExt cx="419436" cy="388988"/>
          </a:xfrm>
        </p:grpSpPr>
        <p:sp>
          <p:nvSpPr>
            <p:cNvPr id="16" name="Freeform 13"/>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ln>
          </p:spPr>
          <p:txBody>
            <a:bodyPr vert="horz" wrap="square" lIns="91440" tIns="45720" rIns="91440" bIns="45720" numCol="1" anchor="t" anchorCtr="0" compatLnSpc="1"/>
            <a:lstStyle/>
            <a:p>
              <a:endParaRPr lang="en-GB"/>
            </a:p>
          </p:txBody>
        </p:sp>
        <p:sp>
          <p:nvSpPr>
            <p:cNvPr id="17" name="Freeform 14"/>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ln>
          </p:spPr>
          <p:txBody>
            <a:bodyPr vert="horz" wrap="square" lIns="91440" tIns="45720" rIns="91440" bIns="45720" numCol="1" anchor="t" anchorCtr="0" compatLnSpc="1"/>
            <a:lstStyle/>
            <a:p>
              <a:endParaRPr lang="en-GB"/>
            </a:p>
          </p:txBody>
        </p:sp>
      </p:grpSp>
      <p:sp>
        <p:nvSpPr>
          <p:cNvPr id="23" name="Rectangle 22"/>
          <p:cNvSpPr>
            <a:spLocks noChangeArrowheads="1"/>
          </p:cNvSpPr>
          <p:nvPr>
            <p:custDataLst>
              <p:tags r:id="rId24"/>
            </p:custDataLst>
          </p:nvPr>
        </p:nvSpPr>
        <p:spPr bwMode="auto">
          <a:xfrm>
            <a:off x="8297642" y="6623414"/>
            <a:ext cx="3274639" cy="183503"/>
          </a:xfrm>
          <a:prstGeom prst="rect">
            <a:avLst/>
          </a:prstGeom>
          <a:noFill/>
          <a:ln w="19050">
            <a:noFill/>
            <a:miter lim="800000"/>
          </a:ln>
          <a:effectLst/>
        </p:spPr>
        <p:txBody>
          <a:bodyPr wrap="square" lIns="35997" tIns="35997" rIns="35997" bIns="35997" anchor="b" anchorCtr="0">
            <a:noAutofit/>
          </a:bodyPr>
          <a:lstStyle/>
          <a:p>
            <a:pPr marL="0" marR="0" lvl="0" indent="0" algn="r" defTabSz="995680" rtl="0" eaLnBrk="0" fontAlgn="auto" latinLnBrk="0" hangingPunct="0">
              <a:lnSpc>
                <a:spcPct val="90000"/>
              </a:lnSpc>
              <a:spcBef>
                <a:spcPct val="10000"/>
              </a:spcBef>
              <a:spcAft>
                <a:spcPts val="0"/>
              </a:spcAft>
              <a:buClrTx/>
              <a:buSzTx/>
              <a:buFontTx/>
              <a:buNone/>
              <a:defRPr/>
            </a:pPr>
            <a:r>
              <a:rPr lang="en-US" altLang="en-US" sz="700" b="0" i="0" noProof="0">
                <a:solidFill>
                  <a:schemeClr val="tx2"/>
                </a:solidFill>
                <a:latin typeface="+mj-lt"/>
                <a:cs typeface="Helvetica Light"/>
              </a:rPr>
              <a:t>Copyright © Capgemini 2018. All Rights Reserved</a:t>
            </a:r>
          </a:p>
        </p:txBody>
      </p:sp>
      <p:grpSp>
        <p:nvGrpSpPr>
          <p:cNvPr id="13" name="Groupe 1"/>
          <p:cNvGrpSpPr/>
          <p:nvPr userDrawn="1"/>
        </p:nvGrpSpPr>
        <p:grpSpPr>
          <a:xfrm>
            <a:off x="11501102" y="171573"/>
            <a:ext cx="419436" cy="388988"/>
            <a:chOff x="11501102" y="171573"/>
            <a:chExt cx="419436" cy="388988"/>
          </a:xfrm>
        </p:grpSpPr>
        <p:sp>
          <p:nvSpPr>
            <p:cNvPr id="18" name="Freeform 13"/>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ln>
          </p:spPr>
          <p:txBody>
            <a:bodyPr vert="horz" wrap="square" lIns="91440" tIns="45720" rIns="91440" bIns="45720" numCol="1" anchor="t" anchorCtr="0" compatLnSpc="1"/>
            <a:lstStyle/>
            <a:p>
              <a:endParaRPr lang="en-GB"/>
            </a:p>
          </p:txBody>
        </p:sp>
        <p:sp>
          <p:nvSpPr>
            <p:cNvPr id="19" name="Freeform 14"/>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ln>
          </p:spPr>
          <p:txBody>
            <a:bodyPr vert="horz" wrap="square" lIns="91440" tIns="45720" rIns="91440" bIns="45720" numCol="1" anchor="t" anchorCtr="0" compatLnSpc="1"/>
            <a:lstStyle/>
            <a:p>
              <a:endParaRPr lang="en-GB"/>
            </a:p>
          </p:txBody>
        </p:sp>
      </p:grpSp>
      <p:sp>
        <p:nvSpPr>
          <p:cNvPr id="20" name="Retângulo 43"/>
          <p:cNvSpPr/>
          <p:nvPr userDrawn="1"/>
        </p:nvSpPr>
        <p:spPr>
          <a:xfrm>
            <a:off x="11751670" y="6650661"/>
            <a:ext cx="176330" cy="123111"/>
          </a:xfrm>
          <a:prstGeom prst="rect">
            <a:avLst/>
          </a:prstGeom>
        </p:spPr>
        <p:txBody>
          <a:bodyPr wrap="none" lIns="0" tIns="0" rIns="0" bIns="0" anchor="ctr" anchorCtr="0">
            <a:spAutoFit/>
          </a:bodyPr>
          <a:lstStyle/>
          <a:p>
            <a:pPr algn="r"/>
            <a:fld id="{0502E5A9-B53C-401E-A0E0-4A359BB0A9E5}" type="slidenum">
              <a:rPr lang="en-US" sz="800" smtClean="0">
                <a:solidFill>
                  <a:schemeClr val="bg1">
                    <a:lumMod val="65000"/>
                  </a:schemeClr>
                </a:solidFill>
                <a:cs typeface="Arial" panose="020B0604020202020204" pitchFamily="34" charset="0"/>
              </a:rPr>
              <a:pPr algn="r"/>
              <a:t>‹#›</a:t>
            </a:fld>
            <a:endParaRPr lang="en-US" sz="800">
              <a:solidFill>
                <a:schemeClr val="bg1">
                  <a:lumMod val="65000"/>
                </a:schemeClr>
              </a:solidFill>
              <a:cs typeface="Arial" panose="020B0604020202020204" pitchFamily="34" charset="0"/>
            </a:endParaRPr>
          </a:p>
        </p:txBody>
      </p:sp>
      <p:sp>
        <p:nvSpPr>
          <p:cNvPr id="24" name="Text Placeholder 7"/>
          <p:cNvSpPr txBox="1"/>
          <p:nvPr userDrawn="1"/>
        </p:nvSpPr>
        <p:spPr>
          <a:xfrm>
            <a:off x="227348" y="6650661"/>
            <a:ext cx="4716524" cy="123111"/>
          </a:xfrm>
          <a:prstGeom prst="rect">
            <a:avLst/>
          </a:prstGeom>
        </p:spPr>
        <p:txBody>
          <a:bodyPr wrap="none"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US" err="1">
                <a:solidFill>
                  <a:schemeClr val="bg1">
                    <a:lumMod val="65000"/>
                  </a:schemeClr>
                </a:solidFill>
              </a:rPr>
              <a:t>PresentationTitle</a:t>
            </a:r>
            <a:r>
              <a:rPr lang="en-US">
                <a:solidFill>
                  <a:schemeClr val="bg1">
                    <a:lumMod val="65000"/>
                  </a:schemeClr>
                </a:solidFill>
              </a:rPr>
              <a:t> | Author | Date</a:t>
            </a:r>
          </a:p>
        </p:txBody>
      </p:sp>
      <p:grpSp>
        <p:nvGrpSpPr>
          <p:cNvPr id="25" name="Groupe 2"/>
          <p:cNvGrpSpPr/>
          <p:nvPr userDrawn="1"/>
        </p:nvGrpSpPr>
        <p:grpSpPr>
          <a:xfrm>
            <a:off x="12355040" y="33161"/>
            <a:ext cx="360000" cy="1800000"/>
            <a:chOff x="12355040" y="33161"/>
            <a:chExt cx="360000" cy="1800000"/>
          </a:xfrm>
        </p:grpSpPr>
        <p:sp>
          <p:nvSpPr>
            <p:cNvPr id="26" name="Rectangle 25"/>
            <p:cNvSpPr/>
            <p:nvPr userDrawn="1"/>
          </p:nvSpPr>
          <p:spPr>
            <a:xfrm>
              <a:off x="12355040" y="33161"/>
              <a:ext cx="360000" cy="3600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7" name="Rectangle 26"/>
            <p:cNvSpPr/>
            <p:nvPr userDrawn="1"/>
          </p:nvSpPr>
          <p:spPr>
            <a:xfrm>
              <a:off x="12355040" y="393161"/>
              <a:ext cx="360000" cy="36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8" name="Rectangle 27"/>
            <p:cNvSpPr/>
            <p:nvPr userDrawn="1"/>
          </p:nvSpPr>
          <p:spPr>
            <a:xfrm>
              <a:off x="12355040" y="753161"/>
              <a:ext cx="360000" cy="3600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9" name="Rectangle 28"/>
            <p:cNvSpPr/>
            <p:nvPr userDrawn="1"/>
          </p:nvSpPr>
          <p:spPr>
            <a:xfrm>
              <a:off x="12355040" y="1113161"/>
              <a:ext cx="360000" cy="36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30" name="Rectangle 29"/>
            <p:cNvSpPr/>
            <p:nvPr userDrawn="1"/>
          </p:nvSpPr>
          <p:spPr>
            <a:xfrm>
              <a:off x="12355040" y="1473161"/>
              <a:ext cx="360000" cy="360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grpSp>
      <p:grpSp>
        <p:nvGrpSpPr>
          <p:cNvPr id="31" name="Groupe 4"/>
          <p:cNvGrpSpPr/>
          <p:nvPr userDrawn="1"/>
        </p:nvGrpSpPr>
        <p:grpSpPr>
          <a:xfrm>
            <a:off x="12355040" y="1954479"/>
            <a:ext cx="360000" cy="4875772"/>
            <a:chOff x="12355040" y="1954479"/>
            <a:chExt cx="360000" cy="4875772"/>
          </a:xfrm>
        </p:grpSpPr>
        <p:sp>
          <p:nvSpPr>
            <p:cNvPr id="32" name="Rectangle 31"/>
            <p:cNvSpPr/>
            <p:nvPr userDrawn="1"/>
          </p:nvSpPr>
          <p:spPr>
            <a:xfrm>
              <a:off x="12355040" y="1954479"/>
              <a:ext cx="360000" cy="360000"/>
            </a:xfrm>
            <a:prstGeom prst="rect">
              <a:avLst/>
            </a:prstGeom>
            <a:solidFill>
              <a:srgbClr val="80B8D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59055" algn="ctr">
                <a:spcAft>
                  <a:spcPts val="300"/>
                </a:spcAft>
              </a:pPr>
              <a:endParaRPr lang="en-GB" sz="900"/>
            </a:p>
          </p:txBody>
        </p:sp>
        <p:sp>
          <p:nvSpPr>
            <p:cNvPr id="33" name="Rectangle 32"/>
            <p:cNvSpPr/>
            <p:nvPr userDrawn="1"/>
          </p:nvSpPr>
          <p:spPr>
            <a:xfrm>
              <a:off x="12355040" y="2301846"/>
              <a:ext cx="360000" cy="360000"/>
            </a:xfrm>
            <a:prstGeom prst="rect">
              <a:avLst/>
            </a:prstGeom>
            <a:solidFill>
              <a:srgbClr val="88D5E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59055" algn="ctr">
                <a:spcAft>
                  <a:spcPts val="300"/>
                </a:spcAft>
              </a:pPr>
              <a:endParaRPr lang="en-GB" sz="900"/>
            </a:p>
          </p:txBody>
        </p:sp>
        <p:sp>
          <p:nvSpPr>
            <p:cNvPr id="34" name="Rectangle 33"/>
            <p:cNvSpPr/>
            <p:nvPr userDrawn="1"/>
          </p:nvSpPr>
          <p:spPr>
            <a:xfrm>
              <a:off x="12355040" y="5080782"/>
              <a:ext cx="360000" cy="360000"/>
            </a:xfrm>
            <a:prstGeom prst="rect">
              <a:avLst/>
            </a:prstGeom>
            <a:solidFill>
              <a:srgbClr val="6D64C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35" name="Rectangle 34"/>
            <p:cNvSpPr/>
            <p:nvPr userDrawn="1"/>
          </p:nvSpPr>
          <p:spPr>
            <a:xfrm>
              <a:off x="12355040" y="6470251"/>
              <a:ext cx="360000" cy="360000"/>
            </a:xfrm>
            <a:prstGeom prst="rect">
              <a:avLst/>
            </a:prstGeom>
            <a:solidFill>
              <a:srgbClr val="FF632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36" name="Rectangle 35"/>
            <p:cNvSpPr/>
            <p:nvPr userDrawn="1"/>
          </p:nvSpPr>
          <p:spPr>
            <a:xfrm>
              <a:off x="12355040" y="4038681"/>
              <a:ext cx="360000" cy="360000"/>
            </a:xfrm>
            <a:prstGeom prst="rect">
              <a:avLst/>
            </a:prstGeom>
            <a:solidFill>
              <a:srgbClr val="C8FF1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37" name="Rectangle 36"/>
            <p:cNvSpPr/>
            <p:nvPr userDrawn="1"/>
          </p:nvSpPr>
          <p:spPr>
            <a:xfrm>
              <a:off x="12355040" y="4733415"/>
              <a:ext cx="360000" cy="360000"/>
            </a:xfrm>
            <a:prstGeom prst="rect">
              <a:avLst/>
            </a:prstGeom>
            <a:solidFill>
              <a:srgbClr val="7E39B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38" name="Rectangle 37"/>
            <p:cNvSpPr/>
            <p:nvPr userDrawn="1"/>
          </p:nvSpPr>
          <p:spPr>
            <a:xfrm>
              <a:off x="12355040" y="3691314"/>
              <a:ext cx="360000" cy="360000"/>
            </a:xfrm>
            <a:prstGeom prst="rect">
              <a:avLst/>
            </a:prstGeom>
            <a:solidFill>
              <a:srgbClr val="00C37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39" name="Rectangle 38"/>
            <p:cNvSpPr/>
            <p:nvPr userDrawn="1"/>
          </p:nvSpPr>
          <p:spPr>
            <a:xfrm>
              <a:off x="12355040" y="2649213"/>
              <a:ext cx="360000" cy="360000"/>
            </a:xfrm>
            <a:prstGeom prst="rect">
              <a:avLst/>
            </a:prstGeom>
            <a:solidFill>
              <a:srgbClr val="15636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40" name="Rectangle 39"/>
            <p:cNvSpPr/>
            <p:nvPr userDrawn="1"/>
          </p:nvSpPr>
          <p:spPr>
            <a:xfrm>
              <a:off x="12355040" y="2996580"/>
              <a:ext cx="360000" cy="360000"/>
            </a:xfrm>
            <a:prstGeom prst="rect">
              <a:avLst/>
            </a:prstGeom>
            <a:solidFill>
              <a:srgbClr val="0F999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41" name="Rectangle 40"/>
            <p:cNvSpPr/>
            <p:nvPr userDrawn="1"/>
          </p:nvSpPr>
          <p:spPr>
            <a:xfrm>
              <a:off x="12355040" y="3343947"/>
              <a:ext cx="360000" cy="360000"/>
            </a:xfrm>
            <a:prstGeom prst="rect">
              <a:avLst/>
            </a:prstGeom>
            <a:solidFill>
              <a:srgbClr val="01D1D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42" name="Rectangle 41"/>
            <p:cNvSpPr/>
            <p:nvPr userDrawn="1"/>
          </p:nvSpPr>
          <p:spPr>
            <a:xfrm>
              <a:off x="12355040" y="6122883"/>
              <a:ext cx="360000" cy="360000"/>
            </a:xfrm>
            <a:prstGeom prst="rect">
              <a:avLst/>
            </a:prstGeom>
            <a:solidFill>
              <a:srgbClr val="FF7E8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43" name="Rectangle 42"/>
            <p:cNvSpPr/>
            <p:nvPr userDrawn="1"/>
          </p:nvSpPr>
          <p:spPr>
            <a:xfrm>
              <a:off x="12355040" y="5775516"/>
              <a:ext cx="360000" cy="360000"/>
            </a:xfrm>
            <a:prstGeom prst="rect">
              <a:avLst/>
            </a:prstGeom>
            <a:solidFill>
              <a:srgbClr val="CB298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44" name="Rectangle 43"/>
            <p:cNvSpPr/>
            <p:nvPr userDrawn="1"/>
          </p:nvSpPr>
          <p:spPr>
            <a:xfrm>
              <a:off x="12355040" y="5428149"/>
              <a:ext cx="360000" cy="360000"/>
            </a:xfrm>
            <a:prstGeom prst="rect">
              <a:avLst/>
            </a:prstGeom>
            <a:solidFill>
              <a:srgbClr val="86086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45" name="Rectangle 44"/>
            <p:cNvSpPr/>
            <p:nvPr userDrawn="1"/>
          </p:nvSpPr>
          <p:spPr>
            <a:xfrm>
              <a:off x="12355040" y="4386048"/>
              <a:ext cx="360000" cy="360000"/>
            </a:xfrm>
            <a:prstGeom prst="rect">
              <a:avLst/>
            </a:prstGeom>
            <a:solidFill>
              <a:srgbClr val="4701A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l" defTabSz="914400" rtl="0" eaLnBrk="1" latinLnBrk="0" hangingPunct="1">
        <a:lnSpc>
          <a:spcPct val="85000"/>
        </a:lnSpc>
        <a:spcBef>
          <a:spcPct val="0"/>
        </a:spcBef>
        <a:buNone/>
        <a:defRPr sz="3200" b="0" kern="1200">
          <a:solidFill>
            <a:schemeClr val="tx1"/>
          </a:solidFill>
          <a:latin typeface="+mj-lt"/>
          <a:ea typeface="+mj-ea"/>
          <a:cs typeface="+mj-cs"/>
        </a:defRPr>
      </a:lvl1pPr>
    </p:titleStyle>
    <p:bodyStyle>
      <a:lvl1pPr marL="166370" indent="-166370" algn="l" defTabSz="914400" rtl="0" eaLnBrk="1" latinLnBrk="0" hangingPunct="1">
        <a:lnSpc>
          <a:spcPct val="90000"/>
        </a:lnSpc>
        <a:spcBef>
          <a:spcPts val="0"/>
        </a:spcBef>
        <a:spcAft>
          <a:spcPts val="600"/>
        </a:spcAft>
        <a:buClr>
          <a:schemeClr val="accent5"/>
        </a:buClr>
        <a:buFont typeface="Wingdings" panose="05000000000000000000" pitchFamily="2" charset="2"/>
        <a:buChar char="§"/>
        <a:defRPr sz="2200" b="0" kern="1200">
          <a:solidFill>
            <a:schemeClr val="tx2">
              <a:lumMod val="50000"/>
            </a:schemeClr>
          </a:solidFill>
          <a:latin typeface="+mn-lt"/>
          <a:ea typeface="+mn-ea"/>
          <a:cs typeface="+mn-cs"/>
        </a:defRPr>
      </a:lvl1pPr>
      <a:lvl2pPr marL="355600" indent="-180975" algn="l" defTabSz="914400" rtl="0" eaLnBrk="1" latinLnBrk="0" hangingPunct="1">
        <a:lnSpc>
          <a:spcPct val="90000"/>
        </a:lnSpc>
        <a:spcBef>
          <a:spcPts val="0"/>
        </a:spcBef>
        <a:spcAft>
          <a:spcPts val="600"/>
        </a:spcAft>
        <a:buClr>
          <a:schemeClr val="accent3"/>
        </a:buClr>
        <a:buFont typeface="Wingdings" panose="05000000000000000000" pitchFamily="2" charset="2"/>
        <a:buChar char="§"/>
        <a:defRPr sz="1800" kern="1200">
          <a:solidFill>
            <a:schemeClr val="tx2">
              <a:lumMod val="50000"/>
            </a:schemeClr>
          </a:solidFill>
          <a:latin typeface="+mn-lt"/>
          <a:ea typeface="+mn-ea"/>
          <a:cs typeface="+mn-cs"/>
        </a:defRPr>
      </a:lvl2pPr>
      <a:lvl3pPr marL="536575" indent="-165100" algn="l" defTabSz="914400" rtl="0" eaLnBrk="1" latinLnBrk="0" hangingPunct="1">
        <a:lnSpc>
          <a:spcPct val="90000"/>
        </a:lnSpc>
        <a:spcBef>
          <a:spcPts val="0"/>
        </a:spcBef>
        <a:spcAft>
          <a:spcPts val="600"/>
        </a:spcAft>
        <a:buClr>
          <a:schemeClr val="accent2"/>
        </a:buClr>
        <a:buFont typeface="Arial" panose="020B0604020202020204" pitchFamily="34" charset="0"/>
        <a:buChar char="•"/>
        <a:defRPr sz="1600" kern="1200">
          <a:solidFill>
            <a:schemeClr val="tx2">
              <a:lumMod val="50000"/>
            </a:schemeClr>
          </a:solidFill>
          <a:latin typeface="+mn-lt"/>
          <a:ea typeface="+mn-ea"/>
          <a:cs typeface="+mn-cs"/>
        </a:defRPr>
      </a:lvl3pPr>
      <a:lvl4pPr marL="711200" indent="-165100" algn="l" defTabSz="914400" rtl="0" eaLnBrk="1" latinLnBrk="0" hangingPunct="1">
        <a:lnSpc>
          <a:spcPct val="90000"/>
        </a:lnSpc>
        <a:spcBef>
          <a:spcPts val="0"/>
        </a:spcBef>
        <a:spcAft>
          <a:spcPts val="600"/>
        </a:spcAft>
        <a:buClr>
          <a:schemeClr val="bg2"/>
        </a:buClr>
        <a:buFont typeface="Arial" panose="020B0604020202020204" pitchFamily="34" charset="0"/>
        <a:buChar char="–"/>
        <a:defRPr sz="1400" kern="1200">
          <a:solidFill>
            <a:schemeClr val="tx2">
              <a:lumMod val="50000"/>
            </a:schemeClr>
          </a:solidFill>
          <a:latin typeface="+mn-lt"/>
          <a:ea typeface="+mn-ea"/>
          <a:cs typeface="+mn-cs"/>
        </a:defRPr>
      </a:lvl4pPr>
      <a:lvl5pPr marL="1609725" indent="-193675" algn="l" defTabSz="914400" rtl="0" eaLnBrk="1" latinLnBrk="0" hangingPunct="1">
        <a:spcBef>
          <a:spcPts val="0"/>
        </a:spcBef>
        <a:buClr>
          <a:srgbClr val="B1B1B1"/>
        </a:buClr>
        <a:buFont typeface="Arial" panose="020B0604020202020204" pitchFamily="34" charset="0"/>
        <a:buChar char="–"/>
        <a:defRPr sz="1700" kern="1200">
          <a:solidFill>
            <a:srgbClr val="494949"/>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9F9F9"/>
        </a:solidFill>
        <a:effectLst/>
      </p:bgPr>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13"/>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spid="_x0000_s18441" name="think-cell Slide" r:id="rId14" imgW="360" imgH="360" progId="">
                  <p:embed/>
                </p:oleObj>
              </mc:Choice>
              <mc:Fallback>
                <p:oleObj name="think-cell Slide" r:id="rId14" imgW="360" imgH="360" progId="">
                  <p:embed/>
                  <p:pic>
                    <p:nvPicPr>
                      <p:cNvPr id="0" name="Picture 7"/>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Groupe 1"/>
          <p:cNvGrpSpPr/>
          <p:nvPr userDrawn="1"/>
        </p:nvGrpSpPr>
        <p:grpSpPr>
          <a:xfrm>
            <a:off x="11501102" y="171573"/>
            <a:ext cx="419436" cy="388988"/>
            <a:chOff x="11501102" y="171573"/>
            <a:chExt cx="419436" cy="388988"/>
          </a:xfrm>
        </p:grpSpPr>
        <p:sp>
          <p:nvSpPr>
            <p:cNvPr id="4109" name="Freeform 13"/>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ln>
          </p:spPr>
          <p:txBody>
            <a:bodyPr vert="horz" wrap="square" lIns="91440" tIns="45720" rIns="91440" bIns="45720" numCol="1" anchor="t" anchorCtr="0" compatLnSpc="1"/>
            <a:lstStyle/>
            <a:p>
              <a:endParaRPr lang="en-GB"/>
            </a:p>
          </p:txBody>
        </p:sp>
        <p:sp>
          <p:nvSpPr>
            <p:cNvPr id="4110" name="Freeform 14"/>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ln>
          </p:spPr>
          <p:txBody>
            <a:bodyPr vert="horz" wrap="square" lIns="91440" tIns="45720" rIns="91440" bIns="45720" numCol="1" anchor="t" anchorCtr="0" compatLnSpc="1"/>
            <a:lstStyle/>
            <a:p>
              <a:endParaRPr lang="en-GB"/>
            </a:p>
          </p:txBody>
        </p:sp>
      </p:grpSp>
      <p:sp>
        <p:nvSpPr>
          <p:cNvPr id="7" name="Retângulo 43"/>
          <p:cNvSpPr/>
          <p:nvPr userDrawn="1"/>
        </p:nvSpPr>
        <p:spPr>
          <a:xfrm>
            <a:off x="11751670" y="6650661"/>
            <a:ext cx="176330" cy="123111"/>
          </a:xfrm>
          <a:prstGeom prst="rect">
            <a:avLst/>
          </a:prstGeom>
        </p:spPr>
        <p:txBody>
          <a:bodyPr wrap="none" lIns="0" tIns="0" rIns="0" bIns="0" anchor="ctr" anchorCtr="0">
            <a:spAutoFit/>
          </a:bodyPr>
          <a:lstStyle/>
          <a:p>
            <a:pPr algn="r"/>
            <a:fld id="{0502E5A9-B53C-401E-A0E0-4A359BB0A9E5}" type="slidenum">
              <a:rPr lang="en-US" sz="800" smtClean="0">
                <a:solidFill>
                  <a:schemeClr val="bg1">
                    <a:lumMod val="65000"/>
                  </a:schemeClr>
                </a:solidFill>
                <a:cs typeface="Arial" panose="020B0604020202020204" pitchFamily="34" charset="0"/>
              </a:rPr>
              <a:pPr algn="r"/>
              <a:t>‹#›</a:t>
            </a:fld>
            <a:endParaRPr lang="en-US" sz="800">
              <a:solidFill>
                <a:schemeClr val="bg1">
                  <a:lumMod val="65000"/>
                </a:schemeClr>
              </a:solidFill>
              <a:cs typeface="Arial" panose="020B0604020202020204" pitchFamily="34" charset="0"/>
            </a:endParaRPr>
          </a:p>
        </p:txBody>
      </p:sp>
      <p:sp>
        <p:nvSpPr>
          <p:cNvPr id="6" name="Text Placeholder 7"/>
          <p:cNvSpPr txBox="1"/>
          <p:nvPr userDrawn="1"/>
        </p:nvSpPr>
        <p:spPr>
          <a:xfrm>
            <a:off x="9017223" y="6650661"/>
            <a:ext cx="2664297" cy="123111"/>
          </a:xfrm>
          <a:prstGeom prst="rect">
            <a:avLst/>
          </a:prstGeom>
        </p:spPr>
        <p:txBody>
          <a:bodyPr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algn="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lang="en-US">
                <a:solidFill>
                  <a:schemeClr val="bg1">
                    <a:lumMod val="65000"/>
                  </a:schemeClr>
                </a:solidFill>
              </a:rPr>
              <a:t>© Capgemini 2017. All rights reserved  </a:t>
            </a:r>
            <a:r>
              <a:rPr lang="en-US">
                <a:solidFill>
                  <a:schemeClr val="accent2"/>
                </a:solidFill>
              </a:rPr>
              <a:t>|</a:t>
            </a:r>
          </a:p>
        </p:txBody>
      </p:sp>
      <p:sp>
        <p:nvSpPr>
          <p:cNvPr id="8" name="Text Placeholder 7"/>
          <p:cNvSpPr txBox="1"/>
          <p:nvPr userDrawn="1"/>
        </p:nvSpPr>
        <p:spPr>
          <a:xfrm>
            <a:off x="227348" y="6650661"/>
            <a:ext cx="4716524" cy="123111"/>
          </a:xfrm>
          <a:prstGeom prst="rect">
            <a:avLst/>
          </a:prstGeom>
        </p:spPr>
        <p:txBody>
          <a:bodyPr wrap="none"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US">
                <a:solidFill>
                  <a:schemeClr val="bg1">
                    <a:lumMod val="65000"/>
                  </a:schemeClr>
                </a:solidFill>
              </a:rPr>
              <a:t>Presentation Title | Author | Date</a:t>
            </a:r>
          </a:p>
        </p:txBody>
      </p:sp>
      <p:sp>
        <p:nvSpPr>
          <p:cNvPr id="4" name="Espace réservé du texte 3"/>
          <p:cNvSpPr>
            <a:spLocks noGrp="1"/>
          </p:cNvSpPr>
          <p:nvPr userDrawn="1">
            <p:ph type="body" idx="1"/>
          </p:nvPr>
        </p:nvSpPr>
        <p:spPr>
          <a:xfrm>
            <a:off x="227348" y="1815352"/>
            <a:ext cx="11700000" cy="4466201"/>
          </a:xfrm>
          <a:prstGeom prst="rect">
            <a:avLst/>
          </a:prstGeom>
        </p:spPr>
        <p:txBody>
          <a:bodyPr vert="horz" lIns="0" tIns="0" rIns="0" bIns="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Espace réservé du titre 8"/>
          <p:cNvSpPr>
            <a:spLocks noGrp="1"/>
          </p:cNvSpPr>
          <p:nvPr>
            <p:ph type="title"/>
          </p:nvPr>
        </p:nvSpPr>
        <p:spPr>
          <a:xfrm>
            <a:off x="227349" y="0"/>
            <a:ext cx="11125236" cy="1104900"/>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defRPr/>
            </a:pPr>
            <a:r>
              <a:rPr lang="fr-FR"/>
              <a:t>Click to insert </a:t>
            </a:r>
            <a:r>
              <a:rPr lang="fr-FR" err="1"/>
              <a:t>title</a:t>
            </a:r>
            <a:endParaRPr lang="en-US"/>
          </a:p>
        </p:txBody>
      </p:sp>
    </p:spTree>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Lst>
  <p:txStyles>
    <p:titleStyle>
      <a:lvl1pPr marL="0" marR="0" indent="0" algn="l" defTabSz="914400" rtl="0" eaLnBrk="1" fontAlgn="auto" latinLnBrk="0" hangingPunct="1">
        <a:lnSpc>
          <a:spcPct val="90000"/>
        </a:lnSpc>
        <a:spcBef>
          <a:spcPct val="0"/>
        </a:spcBef>
        <a:spcAft>
          <a:spcPts val="0"/>
        </a:spcAft>
        <a:buClrTx/>
        <a:buSzTx/>
        <a:buFontTx/>
        <a:buNone/>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j-lt"/>
          <a:ea typeface="+mn-ea"/>
          <a:cs typeface="+mn-cs"/>
        </a:defRPr>
      </a:lvl1pPr>
      <a:lvl2pPr marL="266700" indent="-177800" algn="l" defTabSz="914400" rtl="0" eaLnBrk="1" latinLnBrk="0" hangingPunct="1">
        <a:lnSpc>
          <a:spcPct val="90000"/>
        </a:lnSpc>
        <a:spcBef>
          <a:spcPts val="500"/>
        </a:spcBef>
        <a:buClr>
          <a:schemeClr val="accent1"/>
        </a:buClr>
        <a:buFont typeface="Wingdings" panose="05000000000000000000" pitchFamily="2" charset="2"/>
        <a:buChar char="§"/>
        <a:defRPr sz="1800" kern="1200">
          <a:solidFill>
            <a:schemeClr val="tx1"/>
          </a:solidFill>
          <a:latin typeface="+mj-lt"/>
          <a:ea typeface="+mn-ea"/>
          <a:cs typeface="+mn-cs"/>
        </a:defRPr>
      </a:lvl2pPr>
      <a:lvl3pPr marL="444500" indent="-177800" algn="l" defTabSz="914400" rtl="0" eaLnBrk="1" latinLnBrk="0" hangingPunct="1">
        <a:lnSpc>
          <a:spcPct val="90000"/>
        </a:lnSpc>
        <a:spcBef>
          <a:spcPts val="500"/>
        </a:spcBef>
        <a:buClr>
          <a:schemeClr val="accent2"/>
        </a:buClr>
        <a:buFont typeface="Arial" panose="020B0604020202020204" pitchFamily="34" charset="0"/>
        <a:buChar char="•"/>
        <a:defRPr sz="1600" kern="1200">
          <a:solidFill>
            <a:schemeClr val="tx1"/>
          </a:solidFill>
          <a:latin typeface="+mj-lt"/>
          <a:ea typeface="+mn-ea"/>
          <a:cs typeface="+mn-cs"/>
        </a:defRPr>
      </a:lvl3pPr>
      <a:lvl4pPr marL="622300" indent="-177800" algn="l" defTabSz="914400" rtl="0" eaLnBrk="1" latinLnBrk="0" hangingPunct="1">
        <a:lnSpc>
          <a:spcPct val="90000"/>
        </a:lnSpc>
        <a:spcBef>
          <a:spcPts val="500"/>
        </a:spcBef>
        <a:buClr>
          <a:schemeClr val="accent3"/>
        </a:buClr>
        <a:buFont typeface="Verdana" panose="020B0604030504040204" pitchFamily="34" charset="0"/>
        <a:buChar char="‒"/>
        <a:defRPr sz="1400" kern="1200">
          <a:solidFill>
            <a:schemeClr val="tx1"/>
          </a:solidFill>
          <a:latin typeface="+mj-lt"/>
          <a:ea typeface="+mn-ea"/>
          <a:cs typeface="+mn-cs"/>
        </a:defRPr>
      </a:lvl4pPr>
      <a:lvl5pPr marL="812800" indent="-190500" algn="l" defTabSz="914400" rtl="0" eaLnBrk="1" latinLnBrk="0" hangingPunct="1">
        <a:lnSpc>
          <a:spcPct val="90000"/>
        </a:lnSpc>
        <a:spcBef>
          <a:spcPts val="500"/>
        </a:spcBef>
        <a:buClr>
          <a:schemeClr val="accent5"/>
        </a:buClr>
        <a:buFont typeface="Arial" panose="020B0604020202020204" pitchFamily="34" charset="0"/>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hyperlink" Target="https://github.com/Neelu97" TargetMode="External"/><Relationship Id="rId7" Type="http://schemas.openxmlformats.org/officeDocument/2006/relationships/hyperlink" Target="http://www.linkedin.com/in/abhishek-singh1997" TargetMode="External"/><Relationship Id="rId2" Type="http://schemas.openxmlformats.org/officeDocument/2006/relationships/notesSlide" Target="../notesSlides/notesSlide1.xml"/><Relationship Id="rId1" Type="http://schemas.openxmlformats.org/officeDocument/2006/relationships/slideLayout" Target="../slideLayouts/slideLayout26.xml"/><Relationship Id="rId6" Type="http://schemas.openxmlformats.org/officeDocument/2006/relationships/image" Target="../media/image14.png"/><Relationship Id="rId5" Type="http://schemas.openxmlformats.org/officeDocument/2006/relationships/hyperlink" Target="https://github.com/abhishek311017" TargetMode="External"/><Relationship Id="rId4" Type="http://schemas.openxmlformats.org/officeDocument/2006/relationships/hyperlink" Target="https://youtu.be/7rY8TcAg7qs" TargetMode="External"/><Relationship Id="rId9" Type="http://schemas.openxmlformats.org/officeDocument/2006/relationships/image" Target="../media/image16.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3"/>
          <p:cNvGraphicFramePr>
            <a:graphicFrameLocks noGrp="1"/>
          </p:cNvGraphicFramePr>
          <p:nvPr>
            <p:extLst>
              <p:ext uri="{D42A27DB-BD31-4B8C-83A1-F6EECF244321}">
                <p14:modId xmlns:p14="http://schemas.microsoft.com/office/powerpoint/2010/main" val="3992892698"/>
              </p:ext>
            </p:extLst>
          </p:nvPr>
        </p:nvGraphicFramePr>
        <p:xfrm>
          <a:off x="9296400" y="1184911"/>
          <a:ext cx="2971800" cy="4313207"/>
        </p:xfrm>
        <a:graphic>
          <a:graphicData uri="http://schemas.openxmlformats.org/drawingml/2006/table">
            <a:tbl>
              <a:tblPr firstRow="1" bandRow="1">
                <a:tableStyleId>{0E3FDE45-AF77-4B5C-9715-49D594BDF05E}</a:tableStyleId>
              </a:tblPr>
              <a:tblGrid>
                <a:gridCol w="1350987">
                  <a:extLst>
                    <a:ext uri="{9D8B030D-6E8A-4147-A177-3AD203B41FA5}">
                      <a16:colId xmlns:a16="http://schemas.microsoft.com/office/drawing/2014/main" val="20000"/>
                    </a:ext>
                  </a:extLst>
                </a:gridCol>
                <a:gridCol w="1620813">
                  <a:extLst>
                    <a:ext uri="{9D8B030D-6E8A-4147-A177-3AD203B41FA5}">
                      <a16:colId xmlns:a16="http://schemas.microsoft.com/office/drawing/2014/main" val="20001"/>
                    </a:ext>
                  </a:extLst>
                </a:gridCol>
              </a:tblGrid>
              <a:tr h="1470242">
                <a:tc>
                  <a:txBody>
                    <a:bodyPr/>
                    <a:lstStyle/>
                    <a:p>
                      <a:r>
                        <a:rPr kumimoji="0" lang="en-US" sz="1100" b="0" i="0" u="none" strike="noStrike" kern="1200" cap="none" spc="0" normalizeH="0" baseline="0" noProof="0">
                          <a:ln>
                            <a:noFill/>
                          </a:ln>
                          <a:solidFill>
                            <a:prstClr val="black"/>
                          </a:solidFill>
                          <a:effectLst/>
                          <a:uLnTx/>
                          <a:uFillTx/>
                          <a:latin typeface="Verdana" panose="020B0604030504040204" pitchFamily="34" charset="0"/>
                          <a:ea typeface="+mn-ea"/>
                          <a:cs typeface="+mn-cs"/>
                        </a:rPr>
                        <a:t>C#</a:t>
                      </a:r>
                      <a:endParaRPr kumimoji="0" lang="en-US" sz="1100" b="0" i="0" u="none" strike="noStrike" kern="1200" cap="none" spc="0" normalizeH="0" baseline="0">
                        <a:ln>
                          <a:noFill/>
                        </a:ln>
                        <a:solidFill>
                          <a:prstClr val="black"/>
                        </a:solidFill>
                        <a:effectLst/>
                        <a:uLnTx/>
                        <a:uFillTx/>
                        <a:latin typeface="Verdana" panose="020B0604030504040204" pitchFamily="34" charset="0"/>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100" b="0" u="none" strike="noStrike" kern="1200" cap="none" spc="0" normalizeH="0" baseline="0" noProof="0">
                          <a:ln>
                            <a:noFill/>
                          </a:ln>
                          <a:effectLst/>
                          <a:uLnTx/>
                          <a:uFillTx/>
                        </a:rPr>
                        <a:t>Basics, OOPS, Exception Handling ,Arrays ,Collection and Generics,</a:t>
                      </a:r>
                    </a:p>
                    <a:p>
                      <a:pPr marL="0" marR="0" lvl="0" indent="0" algn="l" defTabSz="914400" rtl="0" eaLnBrk="1" fontAlgn="auto" latinLnBrk="0" hangingPunct="1">
                        <a:lnSpc>
                          <a:spcPct val="100000"/>
                        </a:lnSpc>
                        <a:spcBef>
                          <a:spcPts val="0"/>
                        </a:spcBef>
                        <a:spcAft>
                          <a:spcPts val="0"/>
                        </a:spcAft>
                        <a:buClrTx/>
                        <a:buSzTx/>
                        <a:buFontTx/>
                        <a:buNone/>
                        <a:defRPr/>
                      </a:pPr>
                      <a:r>
                        <a:rPr kumimoji="0" lang="en-US" sz="1100" b="0" u="none" strike="noStrike" kern="1200" cap="none" spc="0" normalizeH="0" baseline="0" noProof="0">
                          <a:ln>
                            <a:noFill/>
                          </a:ln>
                          <a:effectLst/>
                          <a:uLnTx/>
                          <a:uFillTx/>
                        </a:rPr>
                        <a:t>Delegates and Events, File Io and Serialization.</a:t>
                      </a:r>
                    </a:p>
                  </a:txBody>
                  <a:tcPr/>
                </a:tc>
                <a:extLst>
                  <a:ext uri="{0D108BD9-81ED-4DB2-BD59-A6C34878D82A}">
                    <a16:rowId xmlns:a16="http://schemas.microsoft.com/office/drawing/2014/main" val="10000"/>
                  </a:ext>
                </a:extLst>
              </a:tr>
              <a:tr h="886470">
                <a:tc>
                  <a:txBody>
                    <a:bodyPr/>
                    <a:lstStyle/>
                    <a:p>
                      <a:r>
                        <a:rPr kumimoji="0" lang="en-US" sz="1100" b="0" i="0" u="none" strike="noStrike" kern="1200" cap="none" spc="0" normalizeH="0" baseline="0">
                          <a:ln>
                            <a:noFill/>
                          </a:ln>
                          <a:solidFill>
                            <a:prstClr val="black"/>
                          </a:solidFill>
                          <a:effectLst/>
                          <a:uLnTx/>
                          <a:uFillTx/>
                          <a:latin typeface="Verdana" panose="020B0604030504040204" pitchFamily="34" charset="0"/>
                          <a:ea typeface="+mn-ea"/>
                          <a:cs typeface="+mn-cs"/>
                        </a:rPr>
                        <a:t>.NET Framework</a:t>
                      </a:r>
                    </a:p>
                  </a:txBody>
                  <a:tcPr/>
                </a:tc>
                <a:tc>
                  <a:txBody>
                    <a:bodyPr/>
                    <a:lstStyle/>
                    <a:p>
                      <a:r>
                        <a:rPr kumimoji="0" lang="en-US" sz="1100" b="0" i="0" u="none" strike="noStrike" kern="1200" cap="none" spc="0" normalizeH="0" baseline="0">
                          <a:ln>
                            <a:noFill/>
                          </a:ln>
                          <a:solidFill>
                            <a:prstClr val="black"/>
                          </a:solidFill>
                          <a:effectLst/>
                          <a:uLnTx/>
                          <a:uFillTx/>
                          <a:latin typeface="Verdana" panose="020B0604030504040204" pitchFamily="34" charset="0"/>
                          <a:ea typeface="+mn-ea"/>
                          <a:cs typeface="+mn-cs"/>
                        </a:rPr>
                        <a:t>Architecture which includes CTS,CLS,FCL,BCL and CLR.</a:t>
                      </a:r>
                    </a:p>
                  </a:txBody>
                  <a:tcPr/>
                </a:tc>
                <a:extLst>
                  <a:ext uri="{0D108BD9-81ED-4DB2-BD59-A6C34878D82A}">
                    <a16:rowId xmlns:a16="http://schemas.microsoft.com/office/drawing/2014/main" val="236619847"/>
                  </a:ext>
                </a:extLst>
              </a:tr>
              <a:tr h="302697">
                <a:tc>
                  <a:txBody>
                    <a:bodyPr/>
                    <a:lstStyle/>
                    <a:p>
                      <a:r>
                        <a:rPr kumimoji="0" lang="en-US" sz="1100" b="0" i="0" u="none" strike="noStrike" kern="1200" cap="none" spc="0" normalizeH="0" baseline="0">
                          <a:ln>
                            <a:noFill/>
                          </a:ln>
                          <a:solidFill>
                            <a:prstClr val="black"/>
                          </a:solidFill>
                          <a:effectLst/>
                          <a:uLnTx/>
                          <a:uFillTx/>
                          <a:latin typeface="Verdana" panose="020B0604030504040204" pitchFamily="34" charset="0"/>
                          <a:ea typeface="+mn-ea"/>
                          <a:cs typeface="+mn-cs"/>
                        </a:rPr>
                        <a:t>Ado.net</a:t>
                      </a:r>
                    </a:p>
                  </a:txBody>
                  <a:tcPr/>
                </a:tc>
                <a:tc>
                  <a:txBody>
                    <a:bodyPr/>
                    <a:lstStyle/>
                    <a:p>
                      <a:r>
                        <a:rPr kumimoji="0" lang="en-US" sz="1100" b="0" i="0" u="none" strike="noStrike" kern="1200" cap="none" spc="0" normalizeH="0" baseline="0">
                          <a:ln>
                            <a:noFill/>
                          </a:ln>
                          <a:solidFill>
                            <a:prstClr val="black"/>
                          </a:solidFill>
                          <a:effectLst/>
                          <a:uLnTx/>
                          <a:uFillTx/>
                          <a:latin typeface="Verdana" panose="020B0604030504040204" pitchFamily="34" charset="0"/>
                          <a:ea typeface="+mn-ea"/>
                          <a:cs typeface="+mn-cs"/>
                        </a:rPr>
                        <a:t>Basics Architecture</a:t>
                      </a:r>
                    </a:p>
                  </a:txBody>
                  <a:tcPr/>
                </a:tc>
                <a:extLst>
                  <a:ext uri="{0D108BD9-81ED-4DB2-BD59-A6C34878D82A}">
                    <a16:rowId xmlns:a16="http://schemas.microsoft.com/office/drawing/2014/main" val="2362141945"/>
                  </a:ext>
                </a:extLst>
              </a:tr>
              <a:tr h="302696">
                <a:tc>
                  <a:txBody>
                    <a:bodyPr/>
                    <a:lstStyle/>
                    <a:p>
                      <a:pPr marL="0" lvl="0" indent="0" algn="l" defTabSz="914400">
                        <a:lnSpc>
                          <a:spcPct val="100000"/>
                        </a:lnSpc>
                        <a:spcBef>
                          <a:spcPts val="0"/>
                        </a:spcBef>
                        <a:spcAft>
                          <a:spcPts val="0"/>
                        </a:spcAft>
                        <a:buNone/>
                        <a:defRPr/>
                      </a:pPr>
                      <a:r>
                        <a:rPr lang="en-US" sz="1100" b="0" i="0" u="none" strike="noStrike" kern="1200" cap="none" spc="0" normalizeH="0" baseline="0">
                          <a:ln>
                            <a:noFill/>
                          </a:ln>
                          <a:effectLst/>
                          <a:uLnTx/>
                          <a:uFillTx/>
                          <a:latin typeface="Verdana"/>
                          <a:ea typeface="+mn-ea"/>
                          <a:cs typeface="+mn-cs"/>
                        </a:rPr>
                        <a:t>Angular</a:t>
                      </a:r>
                      <a:endParaRPr kumimoji="0" lang="en-US" sz="1100" b="0" i="0" u="none" strike="noStrike" kern="1200" cap="none" spc="0" normalizeH="0" baseline="0">
                        <a:ln>
                          <a:noFill/>
                        </a:ln>
                        <a:effectLst/>
                        <a:uLnTx/>
                        <a:uFillTx/>
                        <a:latin typeface="Verdana"/>
                        <a:ea typeface="+mn-ea"/>
                        <a:cs typeface="+mn-cs"/>
                      </a:endParaRPr>
                    </a:p>
                  </a:txBody>
                  <a:tcPr/>
                </a:tc>
                <a:tc>
                  <a:txBody>
                    <a:bodyPr/>
                    <a:lstStyle/>
                    <a:p>
                      <a:pPr lvl="0">
                        <a:buNone/>
                      </a:pPr>
                      <a:r>
                        <a:rPr lang="en-US" sz="1100" b="0" i="0" u="none" strike="noStrike" kern="1200" cap="none" spc="0" normalizeH="0" baseline="0">
                          <a:ln>
                            <a:noFill/>
                          </a:ln>
                          <a:effectLst/>
                          <a:uLnTx/>
                          <a:uFillTx/>
                          <a:latin typeface="Verdana"/>
                          <a:ea typeface="+mn-ea"/>
                          <a:cs typeface="+mn-cs"/>
                        </a:rPr>
                        <a:t>Components, Routing, Services, Forms</a:t>
                      </a:r>
                      <a:endParaRPr kumimoji="0" lang="en-US" sz="1100" b="0" i="0" u="none" strike="noStrike" kern="1200" cap="none" spc="0" normalizeH="0" baseline="0">
                        <a:ln>
                          <a:noFill/>
                        </a:ln>
                        <a:effectLst/>
                        <a:uLnTx/>
                        <a:uFillTx/>
                        <a:latin typeface="Verdana"/>
                        <a:ea typeface="+mn-ea"/>
                        <a:cs typeface="+mn-cs"/>
                      </a:endParaRPr>
                    </a:p>
                  </a:txBody>
                  <a:tcPr/>
                </a:tc>
                <a:extLst>
                  <a:ext uri="{0D108BD9-81ED-4DB2-BD59-A6C34878D82A}">
                    <a16:rowId xmlns:a16="http://schemas.microsoft.com/office/drawing/2014/main" val="747011042"/>
                  </a:ext>
                </a:extLst>
              </a:tr>
              <a:tr h="302697">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100" b="0" i="0" u="none" strike="noStrike" kern="1200" cap="none" spc="0" normalizeH="0" baseline="0">
                          <a:ln>
                            <a:noFill/>
                          </a:ln>
                          <a:solidFill>
                            <a:prstClr val="black"/>
                          </a:solidFill>
                          <a:effectLst/>
                          <a:uLnTx/>
                          <a:uFillTx/>
                          <a:latin typeface="Verdana" panose="020B0604030504040204" pitchFamily="34" charset="0"/>
                          <a:ea typeface="+mn-ea"/>
                          <a:cs typeface="+mn-cs"/>
                        </a:rPr>
                        <a:t>Database</a:t>
                      </a:r>
                    </a:p>
                  </a:txBody>
                  <a:tcPr/>
                </a:tc>
                <a:tc>
                  <a:txBody>
                    <a:bodyPr/>
                    <a:lstStyle/>
                    <a:p>
                      <a:r>
                        <a:rPr kumimoji="0" lang="en-US" sz="1100" b="0" i="0" u="none" strike="noStrike" kern="1200" cap="none" spc="0" normalizeH="0" baseline="0">
                          <a:ln>
                            <a:noFill/>
                          </a:ln>
                          <a:solidFill>
                            <a:prstClr val="black"/>
                          </a:solidFill>
                          <a:effectLst/>
                          <a:uLnTx/>
                          <a:uFillTx/>
                          <a:latin typeface="Verdana" panose="020B0604030504040204" pitchFamily="34" charset="0"/>
                          <a:ea typeface="+mn-ea"/>
                          <a:cs typeface="+mn-cs"/>
                        </a:rPr>
                        <a:t>Basic SQL</a:t>
                      </a:r>
                    </a:p>
                  </a:txBody>
                  <a:tcPr/>
                </a:tc>
                <a:extLst>
                  <a:ext uri="{0D108BD9-81ED-4DB2-BD59-A6C34878D82A}">
                    <a16:rowId xmlns:a16="http://schemas.microsoft.com/office/drawing/2014/main" val="10001"/>
                  </a:ext>
                </a:extLst>
              </a:tr>
              <a:tr h="454044">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en-US" sz="1100" u="none" strike="noStrike" kern="1200" cap="none" spc="0" normalizeH="0" baseline="0" noProof="0">
                          <a:ln>
                            <a:noFill/>
                          </a:ln>
                          <a:effectLst/>
                          <a:uLnTx/>
                          <a:uFillTx/>
                        </a:rPr>
                        <a:t>Tools</a:t>
                      </a:r>
                    </a:p>
                    <a:p>
                      <a:endParaRPr kumimoji="0" lang="en-US" sz="800" b="0" i="0" u="none" strike="noStrike" kern="1200" cap="none" spc="0" normalizeH="0" baseline="0">
                        <a:ln>
                          <a:noFill/>
                        </a:ln>
                        <a:solidFill>
                          <a:prstClr val="black"/>
                        </a:solidFill>
                        <a:effectLst/>
                        <a:uLnTx/>
                        <a:uFillTx/>
                        <a:latin typeface="Verdana" panose="020B0604030504040204" pitchFamily="34" charset="0"/>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100">
                          <a:solidFill>
                            <a:schemeClr val="tx1"/>
                          </a:solidFill>
                        </a:rPr>
                        <a:t>GIT</a:t>
                      </a:r>
                    </a:p>
                  </a:txBody>
                  <a:tcPr/>
                </a:tc>
                <a:extLst>
                  <a:ext uri="{0D108BD9-81ED-4DB2-BD59-A6C34878D82A}">
                    <a16:rowId xmlns:a16="http://schemas.microsoft.com/office/drawing/2014/main" val="10002"/>
                  </a:ext>
                </a:extLst>
              </a:tr>
              <a:tr h="302697">
                <a:tc>
                  <a:txBody>
                    <a:bodyPr/>
                    <a:lstStyle/>
                    <a:p>
                      <a:r>
                        <a:rPr kumimoji="0" lang="en-US" sz="1100" b="0" i="0" u="none" strike="noStrike" kern="1200" cap="none" spc="0" normalizeH="0" baseline="0">
                          <a:ln>
                            <a:noFill/>
                          </a:ln>
                          <a:solidFill>
                            <a:prstClr val="black"/>
                          </a:solidFill>
                          <a:effectLst/>
                          <a:uLnTx/>
                          <a:uFillTx/>
                          <a:latin typeface="Verdana" panose="020B0604030504040204" pitchFamily="34" charset="0"/>
                          <a:ea typeface="+mn-ea"/>
                          <a:cs typeface="+mn-cs"/>
                        </a:rPr>
                        <a:t>UI Technology</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100">
                          <a:solidFill>
                            <a:schemeClr val="tx1"/>
                          </a:solidFill>
                        </a:rPr>
                        <a:t>HTML and CSS</a:t>
                      </a:r>
                    </a:p>
                  </a:txBody>
                  <a:tcPr/>
                </a:tc>
                <a:extLst>
                  <a:ext uri="{0D108BD9-81ED-4DB2-BD59-A6C34878D82A}">
                    <a16:rowId xmlns:a16="http://schemas.microsoft.com/office/drawing/2014/main" val="10003"/>
                  </a:ext>
                </a:extLst>
              </a:tr>
            </a:tbl>
          </a:graphicData>
        </a:graphic>
      </p:graphicFrame>
      <p:sp>
        <p:nvSpPr>
          <p:cNvPr id="7170" name="Text Placeholder 18"/>
          <p:cNvSpPr>
            <a:spLocks noGrp="1"/>
          </p:cNvSpPr>
          <p:nvPr>
            <p:ph type="body" sz="quarter" idx="36"/>
          </p:nvPr>
        </p:nvSpPr>
        <p:spPr>
          <a:xfrm>
            <a:off x="4837113" y="2960181"/>
            <a:ext cx="4008437" cy="2185987"/>
          </a:xfrm>
        </p:spPr>
        <p:txBody>
          <a:bodyPr vert="horz" lIns="0" tIns="0" rIns="0" bIns="0" rtlCol="0" anchor="t">
            <a:noAutofit/>
          </a:bodyPr>
          <a:lstStyle/>
          <a:p>
            <a:pPr marL="171450" indent="-171450" eaLnBrk="1" hangingPunct="1">
              <a:lnSpc>
                <a:spcPct val="114000"/>
              </a:lnSpc>
              <a:buFont typeface="Arial" panose="020B0604020202020204" pitchFamily="34" charset="0"/>
              <a:buChar char="•"/>
            </a:pPr>
            <a:r>
              <a:rPr lang="en-US" altLang="nl-NL" sz="1200" dirty="0"/>
              <a:t>Created a flight Booking System with MySQL Backend and Web API as middleware and Angular as frontend used HTML, CSS, Bootstrap and Typescript for designing.</a:t>
            </a:r>
          </a:p>
          <a:p>
            <a:pPr marL="171450" indent="-171450" eaLnBrk="1" hangingPunct="1">
              <a:lnSpc>
                <a:spcPct val="114000"/>
              </a:lnSpc>
              <a:buFont typeface="Arial" panose="020B0604020202020204" pitchFamily="34" charset="0"/>
              <a:buChar char="•"/>
            </a:pPr>
            <a:endParaRPr lang="en-US" altLang="nl-NL" b="1"/>
          </a:p>
          <a:p>
            <a:pPr>
              <a:lnSpc>
                <a:spcPct val="114000"/>
              </a:lnSpc>
            </a:pPr>
            <a:endParaRPr lang="en-IN" altLang="nl-NL" b="1"/>
          </a:p>
          <a:p>
            <a:pPr>
              <a:lnSpc>
                <a:spcPct val="114000"/>
              </a:lnSpc>
            </a:pPr>
            <a:endParaRPr lang="en-US" altLang="nl-NL" b="1"/>
          </a:p>
          <a:p>
            <a:pPr eaLnBrk="1" hangingPunct="1">
              <a:lnSpc>
                <a:spcPct val="114000"/>
              </a:lnSpc>
            </a:pPr>
            <a:endParaRPr lang="en-IN" altLang="en-US"/>
          </a:p>
          <a:p>
            <a:pPr eaLnBrk="1" hangingPunct="1">
              <a:lnSpc>
                <a:spcPct val="114000"/>
              </a:lnSpc>
            </a:pPr>
            <a:endParaRPr lang="en-IN" altLang="en-US"/>
          </a:p>
          <a:p>
            <a:pPr eaLnBrk="1" hangingPunct="1">
              <a:lnSpc>
                <a:spcPct val="114000"/>
              </a:lnSpc>
            </a:pPr>
            <a:endParaRPr lang="en-IN" altLang="en-US"/>
          </a:p>
          <a:p>
            <a:pPr>
              <a:lnSpc>
                <a:spcPct val="114000"/>
              </a:lnSpc>
            </a:pPr>
            <a:r>
              <a:rPr lang="en-IN" altLang="en-US" sz="1800" dirty="0">
                <a:ea typeface="Verdana"/>
                <a:hlinkClick r:id="rId3"/>
              </a:rPr>
              <a:t>My GitHub</a:t>
            </a:r>
            <a:endParaRPr lang="en-IN" altLang="en-US" sz="1800" dirty="0">
              <a:ea typeface="Verdana"/>
            </a:endParaRPr>
          </a:p>
          <a:p>
            <a:pPr>
              <a:lnSpc>
                <a:spcPct val="113999"/>
              </a:lnSpc>
            </a:pPr>
            <a:r>
              <a:rPr lang="en-IN" sz="1400" dirty="0">
                <a:ea typeface="+mj-lt"/>
                <a:cs typeface="+mj-lt"/>
                <a:hlinkClick r:id="rId4"/>
              </a:rPr>
              <a:t>My project - Flight Booking System</a:t>
            </a:r>
            <a:endParaRPr lang="en-IN" sz="1400"/>
          </a:p>
          <a:p>
            <a:pPr eaLnBrk="1" hangingPunct="1">
              <a:lnSpc>
                <a:spcPct val="114000"/>
              </a:lnSpc>
            </a:pPr>
            <a:endParaRPr lang="en-IN" altLang="en-US"/>
          </a:p>
          <a:p>
            <a:pPr eaLnBrk="1" hangingPunct="1">
              <a:lnSpc>
                <a:spcPct val="114000"/>
              </a:lnSpc>
            </a:pPr>
            <a:endParaRPr lang="en-IN" altLang="en-US"/>
          </a:p>
          <a:p>
            <a:pPr eaLnBrk="1" hangingPunct="1">
              <a:lnSpc>
                <a:spcPct val="114000"/>
              </a:lnSpc>
            </a:pPr>
            <a:endParaRPr lang="en-IN" altLang="en-US"/>
          </a:p>
          <a:p>
            <a:pPr eaLnBrk="1" hangingPunct="1">
              <a:lnSpc>
                <a:spcPct val="114000"/>
              </a:lnSpc>
            </a:pPr>
            <a:endParaRPr lang="en-IN" altLang="en-US"/>
          </a:p>
          <a:p>
            <a:pPr eaLnBrk="1" hangingPunct="1">
              <a:lnSpc>
                <a:spcPct val="114000"/>
              </a:lnSpc>
            </a:pPr>
            <a:endParaRPr lang="en-IN" altLang="en-US"/>
          </a:p>
          <a:p>
            <a:pPr eaLnBrk="1" hangingPunct="1">
              <a:lnSpc>
                <a:spcPct val="114000"/>
              </a:lnSpc>
            </a:pPr>
            <a:endParaRPr lang="en-IN" altLang="en-US"/>
          </a:p>
          <a:p>
            <a:pPr eaLnBrk="1" hangingPunct="1">
              <a:lnSpc>
                <a:spcPct val="114000"/>
              </a:lnSpc>
            </a:pPr>
            <a:endParaRPr lang="en-IN" altLang="en-US">
              <a:ea typeface="Verdana"/>
            </a:endParaRPr>
          </a:p>
          <a:p>
            <a:pPr>
              <a:lnSpc>
                <a:spcPct val="114000"/>
              </a:lnSpc>
            </a:pPr>
            <a:endParaRPr lang="en-US" altLang="nl-NL" b="1">
              <a:ea typeface="Verdana"/>
            </a:endParaRPr>
          </a:p>
          <a:p>
            <a:pPr eaLnBrk="1" hangingPunct="1">
              <a:lnSpc>
                <a:spcPct val="114000"/>
              </a:lnSpc>
            </a:pPr>
            <a:br>
              <a:rPr lang="en-US" altLang="nl-NL" dirty="0"/>
            </a:br>
            <a:br>
              <a:rPr lang="en-US" altLang="nl-NL" dirty="0"/>
            </a:br>
            <a:endParaRPr lang="nl-NL" altLang="nl-NL"/>
          </a:p>
        </p:txBody>
      </p:sp>
      <p:sp>
        <p:nvSpPr>
          <p:cNvPr id="7171" name="Text Placeholder 21"/>
          <p:cNvSpPr>
            <a:spLocks noGrp="1"/>
          </p:cNvSpPr>
          <p:nvPr>
            <p:ph type="body" sz="quarter" idx="42"/>
          </p:nvPr>
        </p:nvSpPr>
        <p:spPr>
          <a:xfrm>
            <a:off x="2468563" y="665163"/>
            <a:ext cx="6056312" cy="322262"/>
          </a:xfrm>
        </p:spPr>
        <p:txBody>
          <a:bodyPr/>
          <a:lstStyle/>
          <a:p>
            <a:pPr fontAlgn="base">
              <a:spcBef>
                <a:spcPct val="0"/>
              </a:spcBef>
            </a:pPr>
            <a:r>
              <a:rPr lang="nl-NL" altLang="nl-NL"/>
              <a:t>Analyst/Software Engineer</a:t>
            </a:r>
          </a:p>
        </p:txBody>
      </p:sp>
      <p:sp>
        <p:nvSpPr>
          <p:cNvPr id="7172" name="Text Placeholder 22"/>
          <p:cNvSpPr>
            <a:spLocks noGrp="1"/>
          </p:cNvSpPr>
          <p:nvPr>
            <p:ph type="body" sz="quarter" idx="43"/>
          </p:nvPr>
        </p:nvSpPr>
        <p:spPr>
          <a:xfrm>
            <a:off x="3721100" y="1327176"/>
            <a:ext cx="2374900" cy="203200"/>
          </a:xfrm>
        </p:spPr>
        <p:txBody>
          <a:bodyPr/>
          <a:lstStyle/>
          <a:p>
            <a:pPr eaLnBrk="1" hangingPunct="1"/>
            <a:r>
              <a:rPr lang="nl-NL" altLang="nl-NL"/>
              <a:t>Mumbai</a:t>
            </a:r>
          </a:p>
          <a:p>
            <a:pPr eaLnBrk="1" hangingPunct="1"/>
            <a:endParaRPr lang="nl-NL" altLang="nl-NL"/>
          </a:p>
        </p:txBody>
      </p:sp>
      <p:sp>
        <p:nvSpPr>
          <p:cNvPr id="7173" name="Text Placeholder 24"/>
          <p:cNvSpPr>
            <a:spLocks noGrp="1"/>
          </p:cNvSpPr>
          <p:nvPr>
            <p:ph type="body" sz="quarter" idx="47"/>
          </p:nvPr>
        </p:nvSpPr>
        <p:spPr>
          <a:xfrm>
            <a:off x="3363189" y="1570543"/>
            <a:ext cx="2667000" cy="203200"/>
          </a:xfrm>
        </p:spPr>
        <p:txBody>
          <a:bodyPr/>
          <a:lstStyle/>
          <a:p>
            <a:pPr eaLnBrk="1" hangingPunct="1"/>
            <a:r>
              <a:rPr lang="nl-NL" altLang="nl-NL"/>
              <a:t>neelima.a.neelima@capgemini.com</a:t>
            </a:r>
          </a:p>
        </p:txBody>
      </p:sp>
      <p:sp>
        <p:nvSpPr>
          <p:cNvPr id="7174" name="Text Placeholder 25"/>
          <p:cNvSpPr>
            <a:spLocks noGrp="1"/>
          </p:cNvSpPr>
          <p:nvPr>
            <p:ph type="body" sz="quarter" idx="48"/>
          </p:nvPr>
        </p:nvSpPr>
        <p:spPr>
          <a:xfrm>
            <a:off x="3380561" y="1804974"/>
            <a:ext cx="2382837" cy="330200"/>
          </a:xfrm>
        </p:spPr>
        <p:txBody>
          <a:bodyPr/>
          <a:lstStyle/>
          <a:p>
            <a:pPr eaLnBrk="1" hangingPunct="1"/>
            <a:r>
              <a:rPr lang="nl-NL" altLang="nl-NL"/>
              <a:t>+918965025188</a:t>
            </a:r>
            <a:endParaRPr lang="en-US" altLang="nl-NL"/>
          </a:p>
        </p:txBody>
      </p:sp>
      <p:sp>
        <p:nvSpPr>
          <p:cNvPr id="7175" name="Text Placeholder 26"/>
          <p:cNvSpPr>
            <a:spLocks noGrp="1"/>
          </p:cNvSpPr>
          <p:nvPr>
            <p:ph type="body" sz="quarter" idx="50"/>
          </p:nvPr>
        </p:nvSpPr>
        <p:spPr>
          <a:xfrm>
            <a:off x="518736" y="2773544"/>
            <a:ext cx="3978346" cy="3894772"/>
          </a:xfrm>
        </p:spPr>
        <p:txBody>
          <a:bodyPr/>
          <a:lstStyle/>
          <a:p>
            <a:r>
              <a:rPr lang="en-US" altLang="en-US" sz="1100" b="1"/>
              <a:t>Full Stack Developer</a:t>
            </a:r>
          </a:p>
          <a:p>
            <a:pPr marL="171450" indent="-171450">
              <a:buFont typeface="Arial" panose="020B0604020202020204" pitchFamily="34" charset="0"/>
              <a:buChar char="•"/>
            </a:pPr>
            <a:r>
              <a:rPr lang="en-US"/>
              <a:t>Understanding of </a:t>
            </a:r>
            <a:r>
              <a:rPr lang="en-US" b="1"/>
              <a:t>RDMS</a:t>
            </a:r>
            <a:r>
              <a:rPr lang="en-US"/>
              <a:t> concepts using </a:t>
            </a:r>
            <a:r>
              <a:rPr lang="en-US" b="1"/>
              <a:t>SQL Server</a:t>
            </a:r>
          </a:p>
          <a:p>
            <a:pPr marL="171450" indent="-171450">
              <a:buFont typeface="Arial" panose="020B0604020202020204" pitchFamily="34" charset="0"/>
              <a:buChar char="•"/>
            </a:pPr>
            <a:r>
              <a:rPr lang="en-US"/>
              <a:t>Practical understanding of </a:t>
            </a:r>
            <a:r>
              <a:rPr lang="en-US" b="1"/>
              <a:t>C# </a:t>
            </a:r>
            <a:r>
              <a:rPr lang="en-US"/>
              <a:t>and </a:t>
            </a:r>
            <a:r>
              <a:rPr lang="en-US" b="1"/>
              <a:t>SQL</a:t>
            </a:r>
            <a:r>
              <a:rPr lang="en-US"/>
              <a:t> concepts using </a:t>
            </a:r>
            <a:r>
              <a:rPr lang="en-US" b="1"/>
              <a:t>Visual Studio </a:t>
            </a:r>
            <a:r>
              <a:rPr lang="en-US"/>
              <a:t>and </a:t>
            </a:r>
            <a:r>
              <a:rPr lang="en-US" b="1"/>
              <a:t>SQL Server</a:t>
            </a:r>
          </a:p>
          <a:p>
            <a:pPr marL="171450" indent="-171450">
              <a:buFont typeface="Arial" panose="020B0604020202020204" pitchFamily="34" charset="0"/>
              <a:buChar char="•"/>
            </a:pPr>
            <a:r>
              <a:rPr lang="en-US" altLang="en-US">
                <a:sym typeface="+mn-ea"/>
              </a:rPr>
              <a:t>Hands on experience in developing applications using </a:t>
            </a:r>
            <a:r>
              <a:rPr lang="en-US" altLang="en-US" b="1">
                <a:sym typeface="+mn-ea"/>
              </a:rPr>
              <a:t>.NET Framework</a:t>
            </a:r>
            <a:r>
              <a:rPr lang="en-US" altLang="en-US">
                <a:sym typeface="+mn-ea"/>
              </a:rPr>
              <a:t>, </a:t>
            </a:r>
            <a:r>
              <a:rPr lang="en-US" altLang="en-US" b="1">
                <a:sym typeface="+mn-ea"/>
              </a:rPr>
              <a:t>ADO.NET </a:t>
            </a:r>
            <a:r>
              <a:rPr lang="en-US" altLang="en-US">
                <a:sym typeface="+mn-ea"/>
              </a:rPr>
              <a:t>and </a:t>
            </a:r>
            <a:r>
              <a:rPr lang="en-US" altLang="en-US" b="1">
                <a:sym typeface="+mn-ea"/>
              </a:rPr>
              <a:t>SQL Server</a:t>
            </a:r>
            <a:r>
              <a:rPr lang="en-US" altLang="en-US">
                <a:sym typeface="+mn-ea"/>
              </a:rPr>
              <a:t>.</a:t>
            </a:r>
            <a:endParaRPr lang="en-US" altLang="en-US"/>
          </a:p>
          <a:p>
            <a:pPr marL="171450" indent="-171450">
              <a:buFont typeface="Arial" panose="020B0604020202020204" pitchFamily="34" charset="0"/>
              <a:buChar char="•"/>
            </a:pPr>
            <a:r>
              <a:rPr lang="en-US">
                <a:sym typeface="+mn-ea"/>
              </a:rPr>
              <a:t>Understanding of </a:t>
            </a:r>
            <a:r>
              <a:rPr lang="en-US" b="1">
                <a:sym typeface="+mn-ea"/>
              </a:rPr>
              <a:t>HTML</a:t>
            </a:r>
            <a:r>
              <a:rPr lang="en-US">
                <a:sym typeface="+mn-ea"/>
              </a:rPr>
              <a:t> and </a:t>
            </a:r>
            <a:r>
              <a:rPr lang="en-US" b="1">
                <a:sym typeface="+mn-ea"/>
              </a:rPr>
              <a:t>CSS</a:t>
            </a:r>
            <a:endParaRPr lang="en-US">
              <a:sym typeface="+mn-ea"/>
            </a:endParaRPr>
          </a:p>
          <a:p>
            <a:pPr marL="171450" indent="-171450">
              <a:buFont typeface="Arial" panose="020B0604020202020204" pitchFamily="34" charset="0"/>
              <a:buChar char="•"/>
            </a:pPr>
            <a:r>
              <a:rPr lang="en-US" b="1">
                <a:sym typeface="+mn-ea"/>
              </a:rPr>
              <a:t>Angular</a:t>
            </a:r>
            <a:endParaRPr lang="en-US" b="1"/>
          </a:p>
          <a:p>
            <a:pPr marL="171450" indent="-171450">
              <a:buFont typeface="Arial" panose="020B0604020202020204" pitchFamily="34" charset="0"/>
              <a:buChar char="•"/>
            </a:pPr>
            <a:r>
              <a:rPr lang="en-US"/>
              <a:t>Currently completing the course on </a:t>
            </a:r>
            <a:r>
              <a:rPr lang="en-US" b="1"/>
              <a:t>Azure AZ-900</a:t>
            </a:r>
            <a:r>
              <a:rPr lang="en-US"/>
              <a:t> </a:t>
            </a:r>
            <a:r>
              <a:rPr lang="en-US" b="1"/>
              <a:t>fundamentals</a:t>
            </a:r>
          </a:p>
          <a:p>
            <a:pPr marL="171450" indent="-171450">
              <a:buFont typeface="Arial" panose="020B0604020202020204" pitchFamily="34" charset="0"/>
              <a:buChar char="•"/>
            </a:pPr>
            <a:endParaRPr lang="en-US" b="1"/>
          </a:p>
          <a:p>
            <a:endParaRPr lang="en-US" altLang="nl-NL"/>
          </a:p>
          <a:p>
            <a:endParaRPr lang="en-US" altLang="nl-NL"/>
          </a:p>
        </p:txBody>
      </p:sp>
      <p:sp>
        <p:nvSpPr>
          <p:cNvPr id="7178" name="Text Placeholder 1"/>
          <p:cNvSpPr>
            <a:spLocks noGrp="1"/>
          </p:cNvSpPr>
          <p:nvPr>
            <p:ph type="body" sz="quarter" idx="41"/>
          </p:nvPr>
        </p:nvSpPr>
        <p:spPr>
          <a:xfrm>
            <a:off x="2468563" y="290513"/>
            <a:ext cx="6223000" cy="306387"/>
          </a:xfrm>
        </p:spPr>
        <p:txBody>
          <a:bodyPr/>
          <a:lstStyle/>
          <a:p>
            <a:r>
              <a:rPr lang="en-US" altLang="en-IN"/>
              <a:t>NEELIMA KHERDE</a:t>
            </a:r>
          </a:p>
        </p:txBody>
      </p:sp>
      <p:pic>
        <p:nvPicPr>
          <p:cNvPr id="7179" name="Picture 7">
            <a:hlinkClick r:id="rId5"/>
          </p:cNvPr>
          <p:cNvPicPr>
            <a:picLocks noChangeAspect="1" noChangeArrowheads="1"/>
          </p:cNvPicPr>
          <p:nvPr/>
        </p:nvPicPr>
        <p:blipFill>
          <a:blip r:embed="rId6" cstate="print">
            <a:extLst>
              <a:ext uri="{28A0092B-C50C-407E-A947-70E740481C1C}">
                <a14:useLocalDpi xmlns:a14="http://schemas.microsoft.com/office/drawing/2010/main" val="0"/>
              </a:ext>
            </a:extLst>
          </a:blip>
          <a:srcRect l="23582" t="2058" r="24332" b="4875"/>
          <a:stretch>
            <a:fillRect/>
          </a:stretch>
        </p:blipFill>
        <p:spPr bwMode="auto">
          <a:xfrm>
            <a:off x="4170660" y="5604554"/>
            <a:ext cx="471487"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82" name="Picture 4" descr="Free icon download | Linkedin">
            <a:hlinkClick r:id="rId7"/>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924800" y="2085548"/>
            <a:ext cx="325438" cy="325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83" name="Text Placeholder 25"/>
          <p:cNvSpPr txBox="1">
            <a:spLocks noChangeArrowheads="1"/>
          </p:cNvSpPr>
          <p:nvPr/>
        </p:nvSpPr>
        <p:spPr bwMode="white">
          <a:xfrm>
            <a:off x="3165023" y="1956509"/>
            <a:ext cx="2381250" cy="437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ts val="2200"/>
              </a:lnSpc>
              <a:spcAft>
                <a:spcPts val="600"/>
              </a:spcAft>
              <a:buFont typeface="Arial" panose="020B0604020202020204" pitchFamily="34" charset="0"/>
              <a:defRPr>
                <a:solidFill>
                  <a:schemeClr val="tx1"/>
                </a:solidFill>
                <a:latin typeface="Verdana" panose="020B0604030504040204" pitchFamily="34" charset="0"/>
              </a:defRPr>
            </a:lvl1pPr>
            <a:lvl2pPr marL="233680" indent="-228600">
              <a:lnSpc>
                <a:spcPts val="2000"/>
              </a:lnSpc>
              <a:spcAft>
                <a:spcPts val="600"/>
              </a:spcAft>
              <a:buClr>
                <a:schemeClr val="accent1"/>
              </a:buClr>
              <a:buFont typeface="Wingdings" panose="05000000000000000000" pitchFamily="2" charset="2"/>
              <a:buChar char="§"/>
              <a:defRPr sz="1600">
                <a:solidFill>
                  <a:schemeClr val="tx1"/>
                </a:solidFill>
                <a:latin typeface="Verdana" panose="020B0604030504040204" pitchFamily="34" charset="0"/>
              </a:defRPr>
            </a:lvl2pPr>
            <a:lvl3pPr marL="457200" indent="-224155">
              <a:lnSpc>
                <a:spcPts val="1600"/>
              </a:lnSpc>
              <a:spcAft>
                <a:spcPts val="600"/>
              </a:spcAft>
              <a:buClr>
                <a:schemeClr val="accent1"/>
              </a:buClr>
              <a:buFont typeface="Arial" panose="020B0604020202020204" pitchFamily="34" charset="0"/>
              <a:buChar char="•"/>
              <a:defRPr sz="1400">
                <a:solidFill>
                  <a:schemeClr val="tx1"/>
                </a:solidFill>
                <a:latin typeface="Verdana" panose="020B0604030504040204" pitchFamily="34" charset="0"/>
              </a:defRPr>
            </a:lvl3pPr>
            <a:lvl4pPr marL="690880" indent="-233680">
              <a:lnSpc>
                <a:spcPct val="90000"/>
              </a:lnSpc>
              <a:spcAft>
                <a:spcPts val="600"/>
              </a:spcAft>
              <a:buClr>
                <a:schemeClr val="accent1"/>
              </a:buClr>
              <a:buFont typeface="Arial" panose="020B0604020202020204" pitchFamily="34" charset="0"/>
              <a:buChar char="‒"/>
              <a:defRPr sz="1200">
                <a:solidFill>
                  <a:schemeClr val="tx1"/>
                </a:solidFill>
                <a:latin typeface="Verdana" panose="020B0604030504040204" pitchFamily="34" charset="0"/>
              </a:defRPr>
            </a:lvl4pPr>
            <a:lvl5pPr marL="2057400" indent="-228600">
              <a:lnSpc>
                <a:spcPct val="90000"/>
              </a:lnSpc>
              <a:spcBef>
                <a:spcPts val="500"/>
              </a:spcBef>
              <a:buFont typeface="Arial" panose="020B0604020202020204" pitchFamily="34" charset="0"/>
              <a:buChar char="•"/>
              <a:defRPr sz="1400">
                <a:solidFill>
                  <a:schemeClr val="tx1"/>
                </a:solidFill>
                <a:latin typeface="Verdana" panose="020B060403050404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1400">
                <a:solidFill>
                  <a:schemeClr val="tx1"/>
                </a:solidFill>
                <a:latin typeface="Verdana" panose="020B060403050404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1400">
                <a:solidFill>
                  <a:schemeClr val="tx1"/>
                </a:solidFill>
                <a:latin typeface="Verdana" panose="020B060403050404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1400">
                <a:solidFill>
                  <a:schemeClr val="tx1"/>
                </a:solidFill>
                <a:latin typeface="Verdana" panose="020B060403050404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1400">
                <a:solidFill>
                  <a:schemeClr val="tx1"/>
                </a:solidFill>
                <a:latin typeface="Verdana" panose="020B0604030504040204" pitchFamily="34" charset="0"/>
              </a:defRPr>
            </a:lvl9pPr>
          </a:lstStyle>
          <a:p>
            <a:pPr marL="0" marR="0" lvl="0" indent="0" algn="l" defTabSz="914400" rtl="0" eaLnBrk="1" fontAlgn="auto" latinLnBrk="0" hangingPunct="1">
              <a:lnSpc>
                <a:spcPts val="2200"/>
              </a:lnSpc>
              <a:spcBef>
                <a:spcPts val="0"/>
              </a:spcBef>
              <a:spcAft>
                <a:spcPts val="600"/>
              </a:spcAft>
              <a:buClrTx/>
              <a:buSzTx/>
              <a:buFont typeface="Arial" panose="020B0604020202020204" pitchFamily="34" charset="0"/>
              <a:buNone/>
              <a:defRPr/>
            </a:pPr>
            <a:r>
              <a:rPr kumimoji="0" lang="nl-NL" altLang="nl-NL" sz="1100" b="0" i="0" u="none" strike="noStrike" kern="1200" cap="none" spc="0" normalizeH="0" baseline="0" noProof="0">
                <a:ln>
                  <a:noFill/>
                </a:ln>
                <a:solidFill>
                  <a:srgbClr val="FFFFFF"/>
                </a:solidFill>
                <a:effectLst/>
                <a:uLnTx/>
                <a:uFillTx/>
                <a:latin typeface="Verdana" panose="020B0604030504040204" pitchFamily="34" charset="0"/>
                <a:ea typeface="+mn-ea"/>
                <a:cs typeface="+mn-cs"/>
              </a:rPr>
              <a:t>A4</a:t>
            </a:r>
          </a:p>
        </p:txBody>
      </p:sp>
      <p:sp>
        <p:nvSpPr>
          <p:cNvPr id="5" name="Rectangle 4"/>
          <p:cNvSpPr/>
          <p:nvPr/>
        </p:nvSpPr>
        <p:spPr>
          <a:xfrm>
            <a:off x="9408478" y="552736"/>
            <a:ext cx="2631122" cy="425950"/>
          </a:xfrm>
          <a:prstGeom prst="rect">
            <a:avLst/>
          </a:prstGeom>
        </p:spPr>
        <p:txBody>
          <a:bodyPr wrap="square">
            <a:spAutoFit/>
          </a:bodyPr>
          <a:lstStyle/>
          <a:p>
            <a:pPr marL="0" marR="0" lvl="0" indent="0" algn="l" defTabSz="914400" rtl="0" eaLnBrk="1" fontAlgn="auto" latinLnBrk="0" hangingPunct="1">
              <a:lnSpc>
                <a:spcPct val="114000"/>
              </a:lnSpc>
              <a:spcBef>
                <a:spcPts val="0"/>
              </a:spcBef>
              <a:spcAft>
                <a:spcPts val="0"/>
              </a:spcAft>
              <a:buClrTx/>
              <a:buSzTx/>
              <a:buFontTx/>
              <a:buNone/>
              <a:defRPr/>
            </a:pPr>
            <a:r>
              <a:rPr kumimoji="0" lang="en-US" altLang="nl-NL" sz="1000" b="0" i="0" u="none" strike="noStrike" kern="1200" cap="none" spc="0" normalizeH="0" baseline="0" noProof="0">
                <a:ln>
                  <a:noFill/>
                </a:ln>
                <a:solidFill>
                  <a:prstClr val="black"/>
                </a:solidFill>
                <a:effectLst/>
                <a:uLnTx/>
                <a:uFillTx/>
                <a:latin typeface="Verdana" panose="020B0604030504040204" pitchFamily="34" charset="0"/>
                <a:ea typeface="+mn-ea"/>
                <a:cs typeface="+mn-cs"/>
              </a:rPr>
              <a:t>Bachelor of </a:t>
            </a:r>
            <a:r>
              <a:rPr lang="en-US" altLang="nl-NL" sz="1000">
                <a:solidFill>
                  <a:prstClr val="black"/>
                </a:solidFill>
                <a:latin typeface="Verdana" panose="020B0604030504040204" pitchFamily="34" charset="0"/>
              </a:rPr>
              <a:t>Engineering</a:t>
            </a:r>
            <a:r>
              <a:rPr kumimoji="0" lang="en-US" altLang="nl-NL" sz="1000" b="0" i="0" u="none" strike="noStrike" kern="1200" cap="none" spc="0" normalizeH="0" baseline="0" noProof="0">
                <a:ln>
                  <a:noFill/>
                </a:ln>
                <a:solidFill>
                  <a:prstClr val="black"/>
                </a:solidFill>
                <a:effectLst/>
                <a:uLnTx/>
                <a:uFillTx/>
                <a:latin typeface="Verdana" panose="020B0604030504040204" pitchFamily="34" charset="0"/>
                <a:ea typeface="+mn-ea"/>
                <a:cs typeface="+mn-cs"/>
              </a:rPr>
              <a:t>, </a:t>
            </a:r>
            <a:r>
              <a:rPr lang="en-US" altLang="nl-NL" sz="1000">
                <a:solidFill>
                  <a:prstClr val="black"/>
                </a:solidFill>
                <a:latin typeface="Verdana" panose="020B0604030504040204" pitchFamily="34" charset="0"/>
              </a:rPr>
              <a:t>Computer Science</a:t>
            </a:r>
            <a:r>
              <a:rPr kumimoji="0" lang="en-US" altLang="nl-NL" sz="1000" b="0" i="0" u="none" strike="noStrike" kern="1200" cap="none" spc="0" normalizeH="0" baseline="0" noProof="0">
                <a:ln>
                  <a:noFill/>
                </a:ln>
                <a:solidFill>
                  <a:prstClr val="black"/>
                </a:solidFill>
                <a:effectLst/>
                <a:uLnTx/>
                <a:uFillTx/>
                <a:latin typeface="Verdana" panose="020B0604030504040204" pitchFamily="34" charset="0"/>
                <a:ea typeface="+mn-ea"/>
                <a:cs typeface="+mn-cs"/>
              </a:rPr>
              <a:t> and Engineering : 2015-2019 </a:t>
            </a:r>
          </a:p>
        </p:txBody>
      </p:sp>
      <p:sp>
        <p:nvSpPr>
          <p:cNvPr id="6" name="Rectangle 5"/>
          <p:cNvSpPr/>
          <p:nvPr/>
        </p:nvSpPr>
        <p:spPr>
          <a:xfrm>
            <a:off x="9241790" y="939800"/>
            <a:ext cx="937895" cy="24511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nl-NL" sz="1000" b="1" i="0" u="none" strike="noStrike" kern="1200" cap="none" spc="0" normalizeH="0" baseline="0" noProof="0">
                <a:ln>
                  <a:noFill/>
                </a:ln>
                <a:solidFill>
                  <a:srgbClr val="0070AD"/>
                </a:solidFill>
                <a:effectLst/>
                <a:uLnTx/>
                <a:uFillTx/>
                <a:latin typeface="Verdana" panose="020B0604030504040204" pitchFamily="34" charset="0"/>
                <a:ea typeface="+mn-ea"/>
                <a:cs typeface="+mn-cs"/>
              </a:rPr>
              <a:t>Skills</a:t>
            </a:r>
            <a:endParaRPr kumimoji="0" lang="en-US" sz="1000" b="0" i="0" u="none" strike="noStrike" kern="1200" cap="none" spc="0" normalizeH="0" baseline="0" noProof="0">
              <a:ln>
                <a:noFill/>
              </a:ln>
              <a:solidFill>
                <a:prstClr val="black"/>
              </a:solidFill>
              <a:effectLst/>
              <a:uLnTx/>
              <a:uFillTx/>
              <a:latin typeface="Verdana" panose="020B0604030504040204"/>
              <a:ea typeface="+mn-ea"/>
              <a:cs typeface="+mn-cs"/>
            </a:endParaRPr>
          </a:p>
        </p:txBody>
      </p:sp>
      <p:pic>
        <p:nvPicPr>
          <p:cNvPr id="12" name="Picture Placeholder 11" descr="A person with long hair&#10;&#10;Description automatically generated with low confidence">
            <a:extLst>
              <a:ext uri="{FF2B5EF4-FFF2-40B4-BE49-F238E27FC236}">
                <a16:creationId xmlns:a16="http://schemas.microsoft.com/office/drawing/2014/main" id="{13ECE4AF-37EC-4116-AE95-085E36C90309}"/>
              </a:ext>
            </a:extLst>
          </p:cNvPr>
          <p:cNvPicPr>
            <a:picLocks noGrp="1" noChangeAspect="1"/>
          </p:cNvPicPr>
          <p:nvPr>
            <p:ph type="pic" sz="quarter" idx="46"/>
          </p:nvPr>
        </p:nvPicPr>
        <p:blipFill>
          <a:blip r:embed="rId9" cstate="print">
            <a:extLst>
              <a:ext uri="{28A0092B-C50C-407E-A947-70E740481C1C}">
                <a14:useLocalDpi xmlns:a14="http://schemas.microsoft.com/office/drawing/2010/main" val="0"/>
              </a:ext>
            </a:extLst>
          </a:blip>
          <a:srcRect t="11281" b="11281"/>
          <a:stretch>
            <a:fillRect/>
          </a:stretch>
        </p:blipFill>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u8VTg_P6rkuq_fbZG2oYXw"/>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PHldxlhBv0miWYXN6H8BTQ"/>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hk.3W3rhiEqWtBDEsi7Xg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zTl75Tp2nEy_4PpazGLtVA"/>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1xI4A68crEiZSNCDbGy9gA"/>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Nl9qzkNXSk2ij_NoCuEf2A"/>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tIjPmYduDEihDAvnsmSINQ"/>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MCiS0.yx0EOD8F1j3NQrHQ"/>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pzz079BM2o06hslZIU5JQRQ"/>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b7lR2ZPdT0GiqzvYZsxoow"/>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DDnGmnlJWUybweSHRV5zMg"/>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gQ5iGtRqU02KNLCmPGzp4A"/>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pDc8wFtNDQEWdRtOXF1QyRg"/>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pMtFIJDhqukmiZrrs7RIxOQ"/>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pBBk8lAE_1EizYsNCWPJyzQ"/>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pLSf6F_6IvUOzE1MWebP3wg"/>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plIkCAESggUqrdbLfjv5zDQ"/>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pwYnDl6hGIEiK2JQntAZnxg"/>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_CG_2012_Template">
  <a:themeElements>
    <a:clrScheme name="Capgemini colors">
      <a:dk1>
        <a:srgbClr val="263147"/>
      </a:dk1>
      <a:lt1>
        <a:sysClr val="window" lastClr="FFFFFF"/>
      </a:lt1>
      <a:dk2>
        <a:srgbClr val="998C85"/>
      </a:dk2>
      <a:lt2>
        <a:srgbClr val="909090"/>
      </a:lt2>
      <a:accent1>
        <a:srgbClr val="FFBC1D"/>
      </a:accent1>
      <a:accent2>
        <a:srgbClr val="E47E1A"/>
      </a:accent2>
      <a:accent3>
        <a:srgbClr val="AC2B37"/>
      </a:accent3>
      <a:accent4>
        <a:srgbClr val="762C7C"/>
      </a:accent4>
      <a:accent5>
        <a:srgbClr val="0098C7"/>
      </a:accent5>
      <a:accent6>
        <a:srgbClr val="B7BE16"/>
      </a:accent6>
      <a:hlink>
        <a:srgbClr val="A2BFAF"/>
      </a:hlink>
      <a:folHlink>
        <a:srgbClr val="AF1C63"/>
      </a:folHlink>
    </a:clrScheme>
    <a:fontScheme name="Capgemini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solidFill>
            <a:schemeClr val="tx2"/>
          </a:solidFill>
        </a:ln>
      </a:spPr>
      <a:bodyPr rtlCol="0" anchor="ctr"/>
      <a:lstStyle>
        <a:defPPr algn="ctr">
          <a:defRPr sz="2400" dirty="0" err="1" smtClean="0">
            <a:solidFill>
              <a:schemeClr val="tx2">
                <a:lumMod val="50000"/>
              </a:schemeClr>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prstDash val="solid"/>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1400" dirty="0" err="1" smtClean="0">
            <a:solidFill>
              <a:schemeClr val="tx2">
                <a:lumMod val="50000"/>
              </a:schemeClr>
            </a:solidFill>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Capgemini Master">
  <a:themeElements>
    <a:clrScheme name="Personnalisé 1">
      <a:dk1>
        <a:sysClr val="windowText" lastClr="000000"/>
      </a:dk1>
      <a:lt1>
        <a:srgbClr val="FFFFFF"/>
      </a:lt1>
      <a:dk2>
        <a:srgbClr val="2B143D"/>
      </a:dk2>
      <a:lt2>
        <a:srgbClr val="ECECEC"/>
      </a:lt2>
      <a:accent1>
        <a:srgbClr val="0070AD"/>
      </a:accent1>
      <a:accent2>
        <a:srgbClr val="12ABDB"/>
      </a:accent2>
      <a:accent3>
        <a:srgbClr val="2B143D"/>
      </a:accent3>
      <a:accent4>
        <a:srgbClr val="FF304C"/>
      </a:accent4>
      <a:accent5>
        <a:srgbClr val="95E616"/>
      </a:accent5>
      <a:accent6>
        <a:srgbClr val="00C37B"/>
      </a:accent6>
      <a:hlink>
        <a:srgbClr val="88D5ED"/>
      </a:hlink>
      <a:folHlink>
        <a:srgbClr val="7E39BA"/>
      </a:folHlink>
    </a:clrScheme>
    <a:fontScheme name="Capgemini">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o Office">
  <a:themeElements>
    <a:clrScheme name="Capgemini Palette">
      <a:dk1>
        <a:sysClr val="windowText" lastClr="000000"/>
      </a:dk1>
      <a:lt1>
        <a:srgbClr val="FFFFFF"/>
      </a:lt1>
      <a:dk2>
        <a:srgbClr val="2B143D"/>
      </a:dk2>
      <a:lt2>
        <a:srgbClr val="E6E7E7"/>
      </a:lt2>
      <a:accent1>
        <a:srgbClr val="0070AD"/>
      </a:accent1>
      <a:accent2>
        <a:srgbClr val="12ABDB"/>
      </a:accent2>
      <a:accent3>
        <a:srgbClr val="2B143D"/>
      </a:accent3>
      <a:accent4>
        <a:srgbClr val="FF304C"/>
      </a:accent4>
      <a:accent5>
        <a:srgbClr val="95E616"/>
      </a:accent5>
      <a:accent6>
        <a:srgbClr val="00C37B"/>
      </a:accent6>
      <a:hlink>
        <a:srgbClr val="88D5ED"/>
      </a:hlink>
      <a:folHlink>
        <a:srgbClr val="7E39BA"/>
      </a:folHlink>
    </a:clrScheme>
    <a:fontScheme name="Capgemini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Capgemini Palette">
      <a:dk1>
        <a:sysClr val="windowText" lastClr="000000"/>
      </a:dk1>
      <a:lt1>
        <a:srgbClr val="FFFFFF"/>
      </a:lt1>
      <a:dk2>
        <a:srgbClr val="2B143D"/>
      </a:dk2>
      <a:lt2>
        <a:srgbClr val="E6E7E7"/>
      </a:lt2>
      <a:accent1>
        <a:srgbClr val="0070AD"/>
      </a:accent1>
      <a:accent2>
        <a:srgbClr val="12ABDB"/>
      </a:accent2>
      <a:accent3>
        <a:srgbClr val="2B143D"/>
      </a:accent3>
      <a:accent4>
        <a:srgbClr val="FF304C"/>
      </a:accent4>
      <a:accent5>
        <a:srgbClr val="95E616"/>
      </a:accent5>
      <a:accent6>
        <a:srgbClr val="00C37B"/>
      </a:accent6>
      <a:hlink>
        <a:srgbClr val="88D5ED"/>
      </a:hlink>
      <a:folHlink>
        <a:srgbClr val="7E39BA"/>
      </a:folHlink>
    </a:clrScheme>
    <a:fontScheme name="Capgemini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F75A248773DC9D48BF09FA863687EDD5" ma:contentTypeVersion="2" ma:contentTypeDescription="Create a new document." ma:contentTypeScope="" ma:versionID="42c1056a85c3fb3ade343eee025f50f6">
  <xsd:schema xmlns:xsd="http://www.w3.org/2001/XMLSchema" xmlns:xs="http://www.w3.org/2001/XMLSchema" xmlns:p="http://schemas.microsoft.com/office/2006/metadata/properties" xmlns:ns2="23e0b11b-d854-4e13-b2dc-268ff2d1feba" targetNamespace="http://schemas.microsoft.com/office/2006/metadata/properties" ma:root="true" ma:fieldsID="b7c70e4f06a8a228146d59eef8ff01f1" ns2:_="">
    <xsd:import namespace="23e0b11b-d854-4e13-b2dc-268ff2d1feba"/>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3e0b11b-d854-4e13-b2dc-268ff2d1feb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1692D6E6-22AA-4851-863A-B93A5C86B1E1}">
  <ds:schemaRefs>
    <ds:schemaRef ds:uri="http://schemas.microsoft.com/sharepoint/v3/contenttype/forms"/>
  </ds:schemaRefs>
</ds:datastoreItem>
</file>

<file path=customXml/itemProps2.xml><?xml version="1.0" encoding="utf-8"?>
<ds:datastoreItem xmlns:ds="http://schemas.openxmlformats.org/officeDocument/2006/customXml" ds:itemID="{ABFA7607-4506-4594-9839-385C5A5A2CE8}">
  <ds:schemaRefs>
    <ds:schemaRef ds:uri="23e0b11b-d854-4e13-b2dc-268ff2d1feb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F4627AD1-299E-4118-ACCC-CDFEC818D41B}">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ppt-template_Capgemini-2020 (7)</Template>
  <Application>Microsoft Office PowerPoint</Application>
  <PresentationFormat>Widescreen</PresentationFormat>
  <Slides>1</Slides>
  <Notes>1</Notes>
  <HiddenSlides>0</HiddenSlides>
  <ScaleCrop>false</ScaleCrop>
  <HeadingPairs>
    <vt:vector size="4" baseType="variant">
      <vt:variant>
        <vt:lpstr>Theme</vt:lpstr>
      </vt:variant>
      <vt:variant>
        <vt:i4>2</vt:i4>
      </vt:variant>
      <vt:variant>
        <vt:lpstr>Slide Titles</vt:lpstr>
      </vt:variant>
      <vt:variant>
        <vt:i4>1</vt:i4>
      </vt:variant>
    </vt:vector>
  </HeadingPairs>
  <TitlesOfParts>
    <vt:vector size="3" baseType="lpstr">
      <vt:lpstr>1_CG_2012_Template</vt:lpstr>
      <vt:lpstr>2_Capgemini Master</vt:lpstr>
      <vt:lpstr>PowerPoint Presentation</vt:lpstr>
    </vt:vector>
  </TitlesOfParts>
  <Company>Capgemini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ppt template</dc:subject>
  <dc:creator>Bapat, Rashmi</dc:creator>
  <cp:revision>9</cp:revision>
  <dcterms:created xsi:type="dcterms:W3CDTF">2020-09-22T06:24:00Z</dcterms:created>
  <dcterms:modified xsi:type="dcterms:W3CDTF">2022-06-15T04:18:43Z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0x010100F75A248773DC9D48BF09FA863687EDD5</vt:lpwstr>
  </property>
  <property fmtid="{D5CDD505-2E9C-101B-9397-08002B2CF9AE}" pid="3" name="KSOProductBuildVer">
    <vt:lpwstr>1033-11.2.0.10152</vt:lpwstr>
  </property>
</Properties>
</file>